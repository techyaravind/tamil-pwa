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1"/>
  </p:notesMasterIdLst>
  <p:sldIdLst>
    <p:sldId id="256" r:id="rId2"/>
    <p:sldId id="257" r:id="rId3"/>
    <p:sldId id="264" r:id="rId4"/>
    <p:sldId id="265" r:id="rId5"/>
    <p:sldId id="266" r:id="rId6"/>
    <p:sldId id="267" r:id="rId7"/>
    <p:sldId id="268" r:id="rId8"/>
    <p:sldId id="269" r:id="rId9"/>
    <p:sldId id="270" r:id="rId10"/>
    <p:sldId id="258" r:id="rId11"/>
    <p:sldId id="271" r:id="rId12"/>
    <p:sldId id="272" r:id="rId13"/>
    <p:sldId id="273" r:id="rId14"/>
    <p:sldId id="274" r:id="rId15"/>
    <p:sldId id="275" r:id="rId16"/>
    <p:sldId id="276" r:id="rId17"/>
    <p:sldId id="277" r:id="rId18"/>
    <p:sldId id="259" r:id="rId19"/>
    <p:sldId id="278" r:id="rId20"/>
    <p:sldId id="279" r:id="rId21"/>
    <p:sldId id="280" r:id="rId22"/>
    <p:sldId id="281" r:id="rId23"/>
    <p:sldId id="282" r:id="rId24"/>
    <p:sldId id="283" r:id="rId25"/>
    <p:sldId id="284" r:id="rId26"/>
    <p:sldId id="260" r:id="rId27"/>
    <p:sldId id="285" r:id="rId28"/>
    <p:sldId id="286" r:id="rId29"/>
    <p:sldId id="287" r:id="rId30"/>
    <p:sldId id="288" r:id="rId31"/>
    <p:sldId id="289" r:id="rId32"/>
    <p:sldId id="290" r:id="rId33"/>
    <p:sldId id="291" r:id="rId34"/>
    <p:sldId id="261" r:id="rId35"/>
    <p:sldId id="292" r:id="rId36"/>
    <p:sldId id="293" r:id="rId37"/>
    <p:sldId id="294" r:id="rId38"/>
    <p:sldId id="295" r:id="rId39"/>
    <p:sldId id="296" r:id="rId40"/>
    <p:sldId id="297" r:id="rId41"/>
    <p:sldId id="298" r:id="rId42"/>
    <p:sldId id="262" r:id="rId43"/>
    <p:sldId id="299" r:id="rId44"/>
    <p:sldId id="300" r:id="rId45"/>
    <p:sldId id="301" r:id="rId46"/>
    <p:sldId id="302" r:id="rId47"/>
    <p:sldId id="303" r:id="rId48"/>
    <p:sldId id="304" r:id="rId49"/>
    <p:sldId id="305" r:id="rId50"/>
    <p:sldId id="263"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588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320040" y="320040"/>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521208" y="320040"/>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722376" y="320040"/>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923544" y="320040"/>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420624" y="521208"/>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621792" y="521208"/>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822960" y="521208"/>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521208" y="722376"/>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722376" y="722376"/>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621792" y="923544"/>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11237976" y="320040"/>
            <a:ext cx="64008" cy="64008"/>
          </a:xfrm>
          <a:prstGeom prst="ellipse">
            <a:avLst/>
          </a:prstGeom>
          <a:solidFill>
            <a:srgbClr val="E3B341">
              <a:alpha val="75000"/>
            </a:srgbClr>
          </a:solidFill>
          <a:ln/>
        </p:spPr>
        <p:txBody>
          <a:bodyPr/>
          <a:lstStyle/>
          <a:p>
            <a:endParaRPr lang="en-IN"/>
          </a:p>
        </p:txBody>
      </p:sp>
      <p:sp>
        <p:nvSpPr>
          <p:cNvPr id="13" name="Shape 11"/>
          <p:cNvSpPr/>
          <p:nvPr/>
        </p:nvSpPr>
        <p:spPr>
          <a:xfrm>
            <a:off x="11439144" y="320040"/>
            <a:ext cx="64008" cy="64008"/>
          </a:xfrm>
          <a:prstGeom prst="ellipse">
            <a:avLst/>
          </a:prstGeom>
          <a:solidFill>
            <a:srgbClr val="E3B341">
              <a:alpha val="75000"/>
            </a:srgbClr>
          </a:solidFill>
          <a:ln/>
        </p:spPr>
        <p:txBody>
          <a:bodyPr/>
          <a:lstStyle/>
          <a:p>
            <a:endParaRPr lang="en-IN"/>
          </a:p>
        </p:txBody>
      </p:sp>
      <p:sp>
        <p:nvSpPr>
          <p:cNvPr id="14" name="Shape 12"/>
          <p:cNvSpPr/>
          <p:nvPr/>
        </p:nvSpPr>
        <p:spPr>
          <a:xfrm>
            <a:off x="11640312" y="320040"/>
            <a:ext cx="64008" cy="64008"/>
          </a:xfrm>
          <a:prstGeom prst="ellipse">
            <a:avLst/>
          </a:prstGeom>
          <a:solidFill>
            <a:srgbClr val="E3B341">
              <a:alpha val="75000"/>
            </a:srgbClr>
          </a:solidFill>
          <a:ln/>
        </p:spPr>
        <p:txBody>
          <a:bodyPr/>
          <a:lstStyle/>
          <a:p>
            <a:endParaRPr lang="en-IN"/>
          </a:p>
        </p:txBody>
      </p:sp>
      <p:sp>
        <p:nvSpPr>
          <p:cNvPr id="15" name="Shape 13"/>
          <p:cNvSpPr/>
          <p:nvPr/>
        </p:nvSpPr>
        <p:spPr>
          <a:xfrm>
            <a:off x="11841480" y="320040"/>
            <a:ext cx="64008" cy="64008"/>
          </a:xfrm>
          <a:prstGeom prst="ellipse">
            <a:avLst/>
          </a:prstGeom>
          <a:solidFill>
            <a:srgbClr val="E3B341">
              <a:alpha val="75000"/>
            </a:srgbClr>
          </a:solidFill>
          <a:ln/>
        </p:spPr>
        <p:txBody>
          <a:bodyPr/>
          <a:lstStyle/>
          <a:p>
            <a:endParaRPr lang="en-IN"/>
          </a:p>
        </p:txBody>
      </p:sp>
      <p:sp>
        <p:nvSpPr>
          <p:cNvPr id="16" name="Shape 14"/>
          <p:cNvSpPr/>
          <p:nvPr/>
        </p:nvSpPr>
        <p:spPr>
          <a:xfrm>
            <a:off x="11338560" y="521208"/>
            <a:ext cx="64008" cy="64008"/>
          </a:xfrm>
          <a:prstGeom prst="ellipse">
            <a:avLst/>
          </a:prstGeom>
          <a:solidFill>
            <a:srgbClr val="E3B341">
              <a:alpha val="75000"/>
            </a:srgbClr>
          </a:solidFill>
          <a:ln/>
        </p:spPr>
        <p:txBody>
          <a:bodyPr/>
          <a:lstStyle/>
          <a:p>
            <a:endParaRPr lang="en-IN"/>
          </a:p>
        </p:txBody>
      </p:sp>
      <p:sp>
        <p:nvSpPr>
          <p:cNvPr id="17" name="Shape 15"/>
          <p:cNvSpPr/>
          <p:nvPr/>
        </p:nvSpPr>
        <p:spPr>
          <a:xfrm>
            <a:off x="11539728" y="521208"/>
            <a:ext cx="64008" cy="64008"/>
          </a:xfrm>
          <a:prstGeom prst="ellipse">
            <a:avLst/>
          </a:prstGeom>
          <a:solidFill>
            <a:srgbClr val="E3B341">
              <a:alpha val="75000"/>
            </a:srgbClr>
          </a:solidFill>
          <a:ln/>
        </p:spPr>
        <p:txBody>
          <a:bodyPr/>
          <a:lstStyle/>
          <a:p>
            <a:endParaRPr lang="en-IN"/>
          </a:p>
        </p:txBody>
      </p:sp>
      <p:sp>
        <p:nvSpPr>
          <p:cNvPr id="18" name="Shape 16"/>
          <p:cNvSpPr/>
          <p:nvPr/>
        </p:nvSpPr>
        <p:spPr>
          <a:xfrm>
            <a:off x="11740896" y="521208"/>
            <a:ext cx="64008" cy="64008"/>
          </a:xfrm>
          <a:prstGeom prst="ellipse">
            <a:avLst/>
          </a:prstGeom>
          <a:solidFill>
            <a:srgbClr val="E3B341">
              <a:alpha val="75000"/>
            </a:srgbClr>
          </a:solidFill>
          <a:ln/>
        </p:spPr>
        <p:txBody>
          <a:bodyPr/>
          <a:lstStyle/>
          <a:p>
            <a:endParaRPr lang="en-IN"/>
          </a:p>
        </p:txBody>
      </p:sp>
      <p:sp>
        <p:nvSpPr>
          <p:cNvPr id="19" name="Shape 17"/>
          <p:cNvSpPr/>
          <p:nvPr/>
        </p:nvSpPr>
        <p:spPr>
          <a:xfrm>
            <a:off x="11439144" y="722376"/>
            <a:ext cx="64008" cy="64008"/>
          </a:xfrm>
          <a:prstGeom prst="ellipse">
            <a:avLst/>
          </a:prstGeom>
          <a:solidFill>
            <a:srgbClr val="E3B341">
              <a:alpha val="75000"/>
            </a:srgbClr>
          </a:solidFill>
          <a:ln/>
        </p:spPr>
        <p:txBody>
          <a:bodyPr/>
          <a:lstStyle/>
          <a:p>
            <a:endParaRPr lang="en-IN"/>
          </a:p>
        </p:txBody>
      </p:sp>
      <p:sp>
        <p:nvSpPr>
          <p:cNvPr id="20" name="Shape 18"/>
          <p:cNvSpPr/>
          <p:nvPr/>
        </p:nvSpPr>
        <p:spPr>
          <a:xfrm>
            <a:off x="11640312" y="722376"/>
            <a:ext cx="64008" cy="64008"/>
          </a:xfrm>
          <a:prstGeom prst="ellipse">
            <a:avLst/>
          </a:prstGeom>
          <a:solidFill>
            <a:srgbClr val="E3B341">
              <a:alpha val="75000"/>
            </a:srgbClr>
          </a:solidFill>
          <a:ln/>
        </p:spPr>
        <p:txBody>
          <a:bodyPr/>
          <a:lstStyle/>
          <a:p>
            <a:endParaRPr lang="en-IN"/>
          </a:p>
        </p:txBody>
      </p:sp>
      <p:sp>
        <p:nvSpPr>
          <p:cNvPr id="21" name="Shape 19"/>
          <p:cNvSpPr/>
          <p:nvPr/>
        </p:nvSpPr>
        <p:spPr>
          <a:xfrm>
            <a:off x="11539728" y="923544"/>
            <a:ext cx="64008" cy="64008"/>
          </a:xfrm>
          <a:prstGeom prst="ellipse">
            <a:avLst/>
          </a:prstGeom>
          <a:solidFill>
            <a:srgbClr val="E3B341">
              <a:alpha val="75000"/>
            </a:srgbClr>
          </a:solidFill>
          <a:ln/>
        </p:spPr>
        <p:txBody>
          <a:bodyPr/>
          <a:lstStyle/>
          <a:p>
            <a:endParaRPr lang="en-IN"/>
          </a:p>
        </p:txBody>
      </p:sp>
      <p:sp>
        <p:nvSpPr>
          <p:cNvPr id="22" name="Shape 20"/>
          <p:cNvSpPr/>
          <p:nvPr/>
        </p:nvSpPr>
        <p:spPr>
          <a:xfrm>
            <a:off x="320040" y="5934456"/>
            <a:ext cx="64008" cy="64008"/>
          </a:xfrm>
          <a:prstGeom prst="ellipse">
            <a:avLst/>
          </a:prstGeom>
          <a:solidFill>
            <a:srgbClr val="E3B341">
              <a:alpha val="75000"/>
            </a:srgbClr>
          </a:solidFill>
          <a:ln/>
        </p:spPr>
        <p:txBody>
          <a:bodyPr/>
          <a:lstStyle/>
          <a:p>
            <a:endParaRPr lang="en-IN"/>
          </a:p>
        </p:txBody>
      </p:sp>
      <p:sp>
        <p:nvSpPr>
          <p:cNvPr id="23" name="Shape 21"/>
          <p:cNvSpPr/>
          <p:nvPr/>
        </p:nvSpPr>
        <p:spPr>
          <a:xfrm>
            <a:off x="521208" y="5934456"/>
            <a:ext cx="64008" cy="64008"/>
          </a:xfrm>
          <a:prstGeom prst="ellipse">
            <a:avLst/>
          </a:prstGeom>
          <a:solidFill>
            <a:srgbClr val="E3B341">
              <a:alpha val="75000"/>
            </a:srgbClr>
          </a:solidFill>
          <a:ln/>
        </p:spPr>
        <p:txBody>
          <a:bodyPr/>
          <a:lstStyle/>
          <a:p>
            <a:endParaRPr lang="en-IN"/>
          </a:p>
        </p:txBody>
      </p:sp>
      <p:sp>
        <p:nvSpPr>
          <p:cNvPr id="24" name="Shape 22"/>
          <p:cNvSpPr/>
          <p:nvPr/>
        </p:nvSpPr>
        <p:spPr>
          <a:xfrm>
            <a:off x="722376" y="5934456"/>
            <a:ext cx="64008" cy="64008"/>
          </a:xfrm>
          <a:prstGeom prst="ellipse">
            <a:avLst/>
          </a:prstGeom>
          <a:solidFill>
            <a:srgbClr val="E3B341">
              <a:alpha val="75000"/>
            </a:srgbClr>
          </a:solidFill>
          <a:ln/>
        </p:spPr>
        <p:txBody>
          <a:bodyPr/>
          <a:lstStyle/>
          <a:p>
            <a:endParaRPr lang="en-IN"/>
          </a:p>
        </p:txBody>
      </p:sp>
      <p:sp>
        <p:nvSpPr>
          <p:cNvPr id="25" name="Shape 23"/>
          <p:cNvSpPr/>
          <p:nvPr/>
        </p:nvSpPr>
        <p:spPr>
          <a:xfrm>
            <a:off x="923544" y="5934456"/>
            <a:ext cx="64008" cy="64008"/>
          </a:xfrm>
          <a:prstGeom prst="ellipse">
            <a:avLst/>
          </a:prstGeom>
          <a:solidFill>
            <a:srgbClr val="E3B341">
              <a:alpha val="75000"/>
            </a:srgbClr>
          </a:solidFill>
          <a:ln/>
        </p:spPr>
        <p:txBody>
          <a:bodyPr/>
          <a:lstStyle/>
          <a:p>
            <a:endParaRPr lang="en-IN"/>
          </a:p>
        </p:txBody>
      </p:sp>
      <p:sp>
        <p:nvSpPr>
          <p:cNvPr id="26" name="Shape 24"/>
          <p:cNvSpPr/>
          <p:nvPr/>
        </p:nvSpPr>
        <p:spPr>
          <a:xfrm>
            <a:off x="420624" y="6135624"/>
            <a:ext cx="64008" cy="64008"/>
          </a:xfrm>
          <a:prstGeom prst="ellipse">
            <a:avLst/>
          </a:prstGeom>
          <a:solidFill>
            <a:srgbClr val="E3B341">
              <a:alpha val="75000"/>
            </a:srgbClr>
          </a:solidFill>
          <a:ln/>
        </p:spPr>
        <p:txBody>
          <a:bodyPr/>
          <a:lstStyle/>
          <a:p>
            <a:endParaRPr lang="en-IN"/>
          </a:p>
        </p:txBody>
      </p:sp>
      <p:sp>
        <p:nvSpPr>
          <p:cNvPr id="27" name="Shape 25"/>
          <p:cNvSpPr/>
          <p:nvPr/>
        </p:nvSpPr>
        <p:spPr>
          <a:xfrm>
            <a:off x="621792" y="6135624"/>
            <a:ext cx="64008" cy="64008"/>
          </a:xfrm>
          <a:prstGeom prst="ellipse">
            <a:avLst/>
          </a:prstGeom>
          <a:solidFill>
            <a:srgbClr val="E3B341">
              <a:alpha val="75000"/>
            </a:srgbClr>
          </a:solidFill>
          <a:ln/>
        </p:spPr>
        <p:txBody>
          <a:bodyPr/>
          <a:lstStyle/>
          <a:p>
            <a:endParaRPr lang="en-IN"/>
          </a:p>
        </p:txBody>
      </p:sp>
      <p:sp>
        <p:nvSpPr>
          <p:cNvPr id="28" name="Shape 26"/>
          <p:cNvSpPr/>
          <p:nvPr/>
        </p:nvSpPr>
        <p:spPr>
          <a:xfrm>
            <a:off x="822960" y="6135624"/>
            <a:ext cx="64008" cy="64008"/>
          </a:xfrm>
          <a:prstGeom prst="ellipse">
            <a:avLst/>
          </a:prstGeom>
          <a:solidFill>
            <a:srgbClr val="E3B341">
              <a:alpha val="75000"/>
            </a:srgbClr>
          </a:solidFill>
          <a:ln/>
        </p:spPr>
        <p:txBody>
          <a:bodyPr/>
          <a:lstStyle/>
          <a:p>
            <a:endParaRPr lang="en-IN"/>
          </a:p>
        </p:txBody>
      </p:sp>
      <p:sp>
        <p:nvSpPr>
          <p:cNvPr id="29" name="Shape 27"/>
          <p:cNvSpPr/>
          <p:nvPr/>
        </p:nvSpPr>
        <p:spPr>
          <a:xfrm>
            <a:off x="521208" y="6336792"/>
            <a:ext cx="64008" cy="64008"/>
          </a:xfrm>
          <a:prstGeom prst="ellipse">
            <a:avLst/>
          </a:prstGeom>
          <a:solidFill>
            <a:srgbClr val="E3B341">
              <a:alpha val="75000"/>
            </a:srgbClr>
          </a:solidFill>
          <a:ln/>
        </p:spPr>
        <p:txBody>
          <a:bodyPr/>
          <a:lstStyle/>
          <a:p>
            <a:endParaRPr lang="en-IN"/>
          </a:p>
        </p:txBody>
      </p:sp>
      <p:sp>
        <p:nvSpPr>
          <p:cNvPr id="30" name="Shape 28"/>
          <p:cNvSpPr/>
          <p:nvPr/>
        </p:nvSpPr>
        <p:spPr>
          <a:xfrm>
            <a:off x="722376" y="6336792"/>
            <a:ext cx="64008" cy="64008"/>
          </a:xfrm>
          <a:prstGeom prst="ellipse">
            <a:avLst/>
          </a:prstGeom>
          <a:solidFill>
            <a:srgbClr val="E3B341">
              <a:alpha val="75000"/>
            </a:srgbClr>
          </a:solidFill>
          <a:ln/>
        </p:spPr>
        <p:txBody>
          <a:bodyPr/>
          <a:lstStyle/>
          <a:p>
            <a:endParaRPr lang="en-IN"/>
          </a:p>
        </p:txBody>
      </p:sp>
      <p:sp>
        <p:nvSpPr>
          <p:cNvPr id="31" name="Shape 29"/>
          <p:cNvSpPr/>
          <p:nvPr/>
        </p:nvSpPr>
        <p:spPr>
          <a:xfrm>
            <a:off x="621792" y="6537960"/>
            <a:ext cx="64008" cy="64008"/>
          </a:xfrm>
          <a:prstGeom prst="ellipse">
            <a:avLst/>
          </a:prstGeom>
          <a:solidFill>
            <a:srgbClr val="E3B341">
              <a:alpha val="75000"/>
            </a:srgbClr>
          </a:solidFill>
          <a:ln/>
        </p:spPr>
        <p:txBody>
          <a:bodyPr/>
          <a:lstStyle/>
          <a:p>
            <a:endParaRPr lang="en-IN"/>
          </a:p>
        </p:txBody>
      </p:sp>
      <p:sp>
        <p:nvSpPr>
          <p:cNvPr id="32" name="Shape 3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3" name="Shape 3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34" name="Shape 3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35" name="Shape 3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36" name="Shape 3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37" name="Shape 3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38" name="Shape 3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39" name="Shape 3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40" name="Shape 3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41" name="Shape 3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42" name="Shape 40"/>
          <p:cNvSpPr/>
          <p:nvPr/>
        </p:nvSpPr>
        <p:spPr>
          <a:xfrm>
            <a:off x="5166360" y="6053328"/>
            <a:ext cx="1828800" cy="256032"/>
          </a:xfrm>
          <a:prstGeom prst="rect">
            <a:avLst/>
          </a:prstGeom>
          <a:solidFill>
            <a:srgbClr val="E3B341"/>
          </a:solidFill>
          <a:ln/>
        </p:spPr>
        <p:txBody>
          <a:bodyPr/>
          <a:lstStyle/>
          <a:p>
            <a:endParaRPr lang="en-IN"/>
          </a:p>
        </p:txBody>
      </p:sp>
      <p:sp>
        <p:nvSpPr>
          <p:cNvPr id="43" name="Shape 41"/>
          <p:cNvSpPr/>
          <p:nvPr/>
        </p:nvSpPr>
        <p:spPr>
          <a:xfrm>
            <a:off x="5404104" y="5817779"/>
            <a:ext cx="1353312" cy="256032"/>
          </a:xfrm>
          <a:prstGeom prst="rect">
            <a:avLst/>
          </a:prstGeom>
          <a:solidFill>
            <a:srgbClr val="C9962C"/>
          </a:solidFill>
          <a:ln/>
        </p:spPr>
        <p:txBody>
          <a:bodyPr/>
          <a:lstStyle/>
          <a:p>
            <a:endParaRPr lang="en-IN"/>
          </a:p>
        </p:txBody>
      </p:sp>
      <p:sp>
        <p:nvSpPr>
          <p:cNvPr id="44" name="Shape 42"/>
          <p:cNvSpPr/>
          <p:nvPr/>
        </p:nvSpPr>
        <p:spPr>
          <a:xfrm>
            <a:off x="5580035" y="5582229"/>
            <a:ext cx="1001451" cy="256032"/>
          </a:xfrm>
          <a:prstGeom prst="rect">
            <a:avLst/>
          </a:prstGeom>
          <a:solidFill>
            <a:srgbClr val="E3B341"/>
          </a:solidFill>
          <a:ln/>
        </p:spPr>
        <p:txBody>
          <a:bodyPr/>
          <a:lstStyle/>
          <a:p>
            <a:endParaRPr lang="en-IN"/>
          </a:p>
        </p:txBody>
      </p:sp>
      <p:sp>
        <p:nvSpPr>
          <p:cNvPr id="45" name="Shape 43"/>
          <p:cNvSpPr/>
          <p:nvPr/>
        </p:nvSpPr>
        <p:spPr>
          <a:xfrm>
            <a:off x="5710223" y="5346680"/>
            <a:ext cx="741074" cy="256032"/>
          </a:xfrm>
          <a:prstGeom prst="rect">
            <a:avLst/>
          </a:prstGeom>
          <a:solidFill>
            <a:srgbClr val="C9962C"/>
          </a:solidFill>
          <a:ln/>
        </p:spPr>
        <p:txBody>
          <a:bodyPr/>
          <a:lstStyle/>
          <a:p>
            <a:endParaRPr lang="en-IN"/>
          </a:p>
        </p:txBody>
      </p:sp>
      <p:sp>
        <p:nvSpPr>
          <p:cNvPr id="46" name="Shape 44"/>
          <p:cNvSpPr/>
          <p:nvPr/>
        </p:nvSpPr>
        <p:spPr>
          <a:xfrm>
            <a:off x="5806563" y="5111130"/>
            <a:ext cx="548395" cy="256032"/>
          </a:xfrm>
          <a:prstGeom prst="rect">
            <a:avLst/>
          </a:prstGeom>
          <a:solidFill>
            <a:srgbClr val="E3B341"/>
          </a:solidFill>
          <a:ln/>
        </p:spPr>
        <p:txBody>
          <a:bodyPr/>
          <a:lstStyle/>
          <a:p>
            <a:endParaRPr lang="en-IN"/>
          </a:p>
        </p:txBody>
      </p:sp>
      <p:sp>
        <p:nvSpPr>
          <p:cNvPr id="47" name="Shape 45"/>
          <p:cNvSpPr/>
          <p:nvPr/>
        </p:nvSpPr>
        <p:spPr>
          <a:xfrm>
            <a:off x="6025896" y="4967021"/>
            <a:ext cx="109728" cy="164592"/>
          </a:xfrm>
          <a:prstGeom prst="ellipse">
            <a:avLst/>
          </a:prstGeom>
          <a:solidFill>
            <a:srgbClr val="E3B341"/>
          </a:solidFill>
          <a:ln/>
        </p:spPr>
        <p:txBody>
          <a:bodyPr/>
          <a:lstStyle/>
          <a:p>
            <a:endParaRPr lang="en-IN"/>
          </a:p>
        </p:txBody>
      </p:sp>
      <p:sp>
        <p:nvSpPr>
          <p:cNvPr id="48" name="Shape 46"/>
          <p:cNvSpPr/>
          <p:nvPr/>
        </p:nvSpPr>
        <p:spPr>
          <a:xfrm>
            <a:off x="1645920" y="1965960"/>
            <a:ext cx="8869680" cy="54864"/>
          </a:xfrm>
          <a:prstGeom prst="roundRect">
            <a:avLst>
              <a:gd name="adj" fmla="val 50000"/>
            </a:avLst>
          </a:prstGeom>
          <a:solidFill>
            <a:srgbClr val="C9962C">
              <a:alpha val="60000"/>
            </a:srgbClr>
          </a:solidFill>
          <a:ln/>
        </p:spPr>
        <p:txBody>
          <a:bodyPr/>
          <a:lstStyle/>
          <a:p>
            <a:endParaRPr lang="en-IN"/>
          </a:p>
        </p:txBody>
      </p:sp>
      <p:sp>
        <p:nvSpPr>
          <p:cNvPr id="49" name="Text 47"/>
          <p:cNvSpPr/>
          <p:nvPr/>
        </p:nvSpPr>
        <p:spPr>
          <a:xfrm>
            <a:off x="0" y="1371600"/>
            <a:ext cx="12161520" cy="457200"/>
          </a:xfrm>
          <a:prstGeom prst="rect">
            <a:avLst/>
          </a:prstGeom>
          <a:noFill/>
          <a:ln/>
        </p:spPr>
        <p:txBody>
          <a:bodyPr wrap="square" lIns="0" tIns="0" rIns="0" bIns="0" rtlCol="0" anchor="ctr"/>
          <a:lstStyle/>
          <a:p>
            <a:pPr marL="0" indent="0" algn="ctr">
              <a:buNone/>
            </a:pPr>
            <a:r>
              <a:rPr lang="en-US" sz="1600" kern="0" spc="200" dirty="0">
                <a:solidFill>
                  <a:srgbClr val="E3B341"/>
                </a:solidFill>
                <a:latin typeface="Latha" pitchFamily="34" charset="0"/>
                <a:ea typeface="Latha" pitchFamily="34" charset="-122"/>
                <a:cs typeface="Latha" pitchFamily="34" charset="-120"/>
              </a:rPr>
              <a:t>இயல் 3 · கவிதைப்பேழை</a:t>
            </a:r>
            <a:endParaRPr lang="en-US" sz="1600" dirty="0"/>
          </a:p>
        </p:txBody>
      </p:sp>
      <p:sp>
        <p:nvSpPr>
          <p:cNvPr id="50" name="Text 48"/>
          <p:cNvSpPr/>
          <p:nvPr/>
        </p:nvSpPr>
        <p:spPr>
          <a:xfrm>
            <a:off x="0" y="2651760"/>
            <a:ext cx="12161520" cy="1280160"/>
          </a:xfrm>
          <a:prstGeom prst="rect">
            <a:avLst/>
          </a:prstGeom>
          <a:noFill/>
          <a:ln/>
        </p:spPr>
        <p:txBody>
          <a:bodyPr wrap="square" lIns="0" tIns="0" rIns="0" bIns="0" rtlCol="0" anchor="ctr"/>
          <a:lstStyle/>
          <a:p>
            <a:pPr marL="0" indent="0" algn="ctr">
              <a:buNone/>
            </a:pPr>
            <a:r>
              <a:rPr lang="en-US" sz="6000" b="1" dirty="0">
                <a:solidFill>
                  <a:srgbClr val="FBF3E1"/>
                </a:solidFill>
                <a:latin typeface="Latha" pitchFamily="34" charset="0"/>
                <a:ea typeface="Latha" pitchFamily="34" charset="-122"/>
                <a:cs typeface="Latha" pitchFamily="34" charset="-120"/>
              </a:rPr>
              <a:t>காவடிச் சிந்து</a:t>
            </a:r>
            <a:endParaRPr lang="en-US" sz="6000" dirty="0"/>
          </a:p>
        </p:txBody>
      </p:sp>
      <p:sp>
        <p:nvSpPr>
          <p:cNvPr id="51" name="Text 49"/>
          <p:cNvSpPr/>
          <p:nvPr/>
        </p:nvSpPr>
        <p:spPr>
          <a:xfrm>
            <a:off x="0" y="3977640"/>
            <a:ext cx="12161520" cy="548640"/>
          </a:xfrm>
          <a:prstGeom prst="rect">
            <a:avLst/>
          </a:prstGeom>
          <a:noFill/>
          <a:ln/>
        </p:spPr>
        <p:txBody>
          <a:bodyPr wrap="square" lIns="0" tIns="0" rIns="0" bIns="0" rtlCol="0" anchor="ctr"/>
          <a:lstStyle/>
          <a:p>
            <a:pPr marL="0" indent="0" algn="ctr">
              <a:buNone/>
            </a:pPr>
            <a:r>
              <a:rPr lang="en-US" sz="2000" dirty="0">
                <a:solidFill>
                  <a:srgbClr val="E3B341"/>
                </a:solidFill>
                <a:latin typeface="Latha" pitchFamily="34" charset="0"/>
                <a:ea typeface="Latha" pitchFamily="34" charset="-122"/>
                <a:cs typeface="Latha" pitchFamily="34" charset="-120"/>
              </a:rPr>
              <a:t>சென்னிகுளம் அண்ணாமலையார்</a:t>
            </a:r>
            <a:endParaRPr lang="en-US" sz="2000" dirty="0"/>
          </a:p>
        </p:txBody>
      </p:sp>
      <p:sp>
        <p:nvSpPr>
          <p:cNvPr id="52" name="Text 50"/>
          <p:cNvSpPr/>
          <p:nvPr/>
        </p:nvSpPr>
        <p:spPr>
          <a:xfrm>
            <a:off x="0" y="5943600"/>
            <a:ext cx="12161520" cy="457200"/>
          </a:xfrm>
          <a:prstGeom prst="rect">
            <a:avLst/>
          </a:prstGeom>
          <a:noFill/>
          <a:ln/>
        </p:spPr>
        <p:txBody>
          <a:bodyPr wrap="square" lIns="0" tIns="0" rIns="0" bIns="0" rtlCol="0" anchor="ctr"/>
          <a:lstStyle/>
          <a:p>
            <a:pPr marL="0" indent="0" algn="ctr">
              <a:buNone/>
            </a:pPr>
            <a:r>
              <a:rPr lang="en-US" sz="1400" i="1" dirty="0">
                <a:solidFill>
                  <a:srgbClr val="C9B8A8"/>
                </a:solidFill>
                <a:latin typeface="Latha" pitchFamily="34" charset="0"/>
                <a:ea typeface="Latha" pitchFamily="34" charset="-122"/>
                <a:cs typeface="Latha" pitchFamily="34" charset="-120"/>
              </a:rPr>
              <a:t>ஒரு கற்றல் துணைக் கருவி — கோட்பாடும் வினாடி-வினாவும்</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3E1"/>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C9962C">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C9962C">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C9962C">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C9962C">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C9962C">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C9962C">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C9962C">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C9962C">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C9962C">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C9962C">
              <a:alpha val="75000"/>
            </a:srgbClr>
          </a:solidFill>
          <a:ln/>
        </p:spPr>
        <p:txBody>
          <a:bodyPr/>
          <a:lstStyle/>
          <a:p>
            <a:endParaRPr lang="en-IN"/>
          </a:p>
        </p:txBody>
      </p:sp>
      <p:sp>
        <p:nvSpPr>
          <p:cNvPr id="12" name="Shape 10"/>
          <p:cNvSpPr/>
          <p:nvPr/>
        </p:nvSpPr>
        <p:spPr>
          <a:xfrm>
            <a:off x="548640" y="457200"/>
            <a:ext cx="2377440" cy="457200"/>
          </a:xfrm>
          <a:prstGeom prst="roundRect">
            <a:avLst>
              <a:gd name="adj" fmla="val 50000"/>
            </a:avLst>
          </a:prstGeom>
          <a:solidFill>
            <a:srgbClr val="6E1423"/>
          </a:solidFill>
          <a:ln/>
        </p:spPr>
        <p:txBody>
          <a:bodyPr/>
          <a:lstStyle/>
          <a:p>
            <a:endParaRPr lang="en-IN"/>
          </a:p>
        </p:txBody>
      </p:sp>
      <p:sp>
        <p:nvSpPr>
          <p:cNvPr id="13" name="Text 11"/>
          <p:cNvSpPr/>
          <p:nvPr/>
        </p:nvSpPr>
        <p:spPr>
          <a:xfrm>
            <a:off x="548640" y="457200"/>
            <a:ext cx="2377440" cy="457200"/>
          </a:xfrm>
          <a:prstGeom prst="rect">
            <a:avLst/>
          </a:prstGeom>
          <a:noFill/>
          <a:ln/>
        </p:spPr>
        <p:txBody>
          <a:bodyPr wrap="square" lIns="0" tIns="0" rIns="0" bIns="0" rtlCol="0" anchor="ctr"/>
          <a:lstStyle/>
          <a:p>
            <a:pPr marL="0" indent="0" algn="ctr">
              <a:buNone/>
            </a:pPr>
            <a:r>
              <a:rPr lang="en-US" sz="1400" b="1" dirty="0">
                <a:solidFill>
                  <a:srgbClr val="FBF3E1"/>
                </a:solidFill>
                <a:latin typeface="Latha" pitchFamily="34" charset="0"/>
                <a:ea typeface="Latha" pitchFamily="34" charset="-122"/>
                <a:cs typeface="Latha" pitchFamily="34" charset="-120"/>
              </a:rPr>
              <a:t>நுழையும் முன்</a:t>
            </a:r>
            <a:endParaRPr lang="en-US" sz="1400" dirty="0"/>
          </a:p>
        </p:txBody>
      </p:sp>
      <p:sp>
        <p:nvSpPr>
          <p:cNvPr id="14" name="Shape 12"/>
          <p:cNvSpPr/>
          <p:nvPr/>
        </p:nvSpPr>
        <p:spPr>
          <a:xfrm>
            <a:off x="10561320" y="365760"/>
            <a:ext cx="1005840" cy="1005840"/>
          </a:xfrm>
          <a:prstGeom prst="ellipse">
            <a:avLst/>
          </a:prstGeom>
          <a:solidFill>
            <a:srgbClr val="E3B341">
              <a:alpha val="85000"/>
            </a:srgbClr>
          </a:solidFill>
          <a:ln w="19050">
            <a:solidFill>
              <a:srgbClr val="C9962C"/>
            </a:solidFill>
            <a:prstDash val="solid"/>
          </a:ln>
        </p:spPr>
        <p:txBody>
          <a:bodyPr/>
          <a:lstStyle/>
          <a:p>
            <a:endParaRPr lang="en-IN"/>
          </a:p>
        </p:txBody>
      </p:sp>
      <p:sp>
        <p:nvSpPr>
          <p:cNvPr id="15" name="Shape 13"/>
          <p:cNvSpPr/>
          <p:nvPr/>
        </p:nvSpPr>
        <p:spPr>
          <a:xfrm>
            <a:off x="10744200" y="548640"/>
            <a:ext cx="640080" cy="640080"/>
          </a:xfrm>
          <a:prstGeom prst="ellipse">
            <a:avLst/>
          </a:prstGeom>
          <a:solidFill>
            <a:srgbClr val="6E1423"/>
          </a:solidFill>
          <a:ln/>
        </p:spPr>
        <p:txBody>
          <a:bodyPr/>
          <a:lstStyle/>
          <a:p>
            <a:endParaRPr lang="en-IN"/>
          </a:p>
        </p:txBody>
      </p:sp>
      <p:sp>
        <p:nvSpPr>
          <p:cNvPr id="16" name="Text 14"/>
          <p:cNvSpPr/>
          <p:nvPr/>
        </p:nvSpPr>
        <p:spPr>
          <a:xfrm>
            <a:off x="548640" y="1143000"/>
            <a:ext cx="11064240" cy="822960"/>
          </a:xfrm>
          <a:prstGeom prst="rect">
            <a:avLst/>
          </a:prstGeom>
          <a:noFill/>
          <a:ln/>
        </p:spPr>
        <p:txBody>
          <a:bodyPr wrap="square" lIns="0" tIns="0" rIns="0" bIns="0" rtlCol="0" anchor="ctr"/>
          <a:lstStyle/>
          <a:p>
            <a:pPr marL="0" indent="0" algn="l">
              <a:buNone/>
            </a:pPr>
            <a:r>
              <a:rPr lang="en-US" sz="3200" b="1" dirty="0">
                <a:solidFill>
                  <a:srgbClr val="6E1423"/>
                </a:solidFill>
                <a:latin typeface="Latha" pitchFamily="34" charset="0"/>
                <a:ea typeface="Latha" pitchFamily="34" charset="-122"/>
                <a:cs typeface="Latha" pitchFamily="34" charset="-120"/>
              </a:rPr>
              <a:t>காவடிச் சிந்து — ஓர் அறிமுகம்</a:t>
            </a:r>
            <a:endParaRPr lang="en-US" sz="3200" dirty="0"/>
          </a:p>
        </p:txBody>
      </p:sp>
      <p:sp>
        <p:nvSpPr>
          <p:cNvPr id="17" name="Text 15"/>
          <p:cNvSpPr/>
          <p:nvPr/>
        </p:nvSpPr>
        <p:spPr>
          <a:xfrm>
            <a:off x="548640" y="2057400"/>
            <a:ext cx="11064240" cy="4114800"/>
          </a:xfrm>
          <a:prstGeom prst="rect">
            <a:avLst/>
          </a:prstGeom>
          <a:noFill/>
          <a:ln/>
        </p:spPr>
        <p:txBody>
          <a:bodyPr wrap="square" lIns="0" tIns="0" rIns="0" bIns="0" rtlCol="0" anchor="t"/>
          <a:lstStyle/>
          <a:p>
            <a:pPr marL="0" indent="0" algn="l">
              <a:lnSpc>
                <a:spcPct val="125000"/>
              </a:lnSpc>
              <a:spcAft>
                <a:spcPts val="1400"/>
              </a:spcAft>
              <a:buNone/>
            </a:pPr>
            <a:r>
              <a:rPr lang="en-US" sz="1600" dirty="0">
                <a:solidFill>
                  <a:srgbClr val="3B1F12"/>
                </a:solidFill>
                <a:latin typeface="Latha" pitchFamily="34" charset="0"/>
                <a:ea typeface="Latha" pitchFamily="34" charset="-122"/>
                <a:cs typeface="Latha" pitchFamily="34" charset="-120"/>
              </a:rPr>
              <a:t>காவடி எடுத்தல் தமிழ்ப் பண்பாட்டுக் கூறுகளுள் ஒன்று. உலகெங்கும் வாழும் தமிழர்கள் குன்றுதோறும் வீற்றிருக்கும் முருகன் கோவில்களில் காவடி எடுத்து ஆடுவது வழக்கமாக உள்ளது. காவடி தூக்கிச் செல்வோர், அதைச் சுமையாக உணராமல் இருக்கப் பாடியவாறே செல்வதற்குப் புலவர்கள் வழிநடைப் பாடல்களை இயற்றியுள்ளனர்.</a:t>
            </a:r>
            <a:endParaRPr lang="en-US" sz="1600" dirty="0"/>
          </a:p>
          <a:p>
            <a:pPr marL="0" indent="0" algn="l">
              <a:lnSpc>
                <a:spcPct val="125000"/>
              </a:lnSpc>
              <a:spcAft>
                <a:spcPts val="1400"/>
              </a:spcAft>
              <a:buNone/>
            </a:pPr>
            <a:r>
              <a:rPr lang="en-US" sz="1600" dirty="0">
                <a:solidFill>
                  <a:srgbClr val="3B1F12"/>
                </a:solidFill>
                <a:latin typeface="Latha" pitchFamily="34" charset="0"/>
                <a:ea typeface="Latha" pitchFamily="34" charset="-122"/>
                <a:cs typeface="Latha" pitchFamily="34" charset="-120"/>
              </a:rPr>
              <a:t>தமிழ்நாட்டில் நீண்ட காலமாக நாட்டார் வழக்கில் இருக்கும் இசைமரபே காவடிச் சிந்து எனலாம். முருகப் பெருமானின் வழிபாட்டிற்காகப் பால் முதலான வழிபாட்டுப் பொருள்களைக் கொண்டு செல்வோர், ஆடல் பாடல்களுடன் ஆலயங்களை நோக்கிச் செல்வர். அவர்களின் வழிநடைப்பாடல் வகைகளிலிருந்து காவடிச் சிந்து எனும் பாவடிவம் தோன்றியது.</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9">
    <p:bg>
      <p:bgPr>
        <a:solidFill>
          <a:srgbClr val="FFFDF6"/>
        </a:solidFill>
        <a:effectLst/>
      </p:bgPr>
    </p:bg>
    <p:spTree>
      <p:nvGrpSpPr>
        <p:cNvPr id="1" name=""/>
        <p:cNvGrpSpPr/>
        <p:nvPr/>
      </p:nvGrpSpPr>
      <p:grpSpPr>
        <a:xfrm>
          <a:off x="0" y="0"/>
          <a:ext cx="0" cy="0"/>
          <a:chOff x="0" y="0"/>
          <a:chExt cx="0" cy="0"/>
        </a:xfrm>
      </p:grpSpPr>
      <p:sp>
        <p:nvSpPr>
          <p:cNvPr id="2" name="Shape 0"/>
          <p:cNvSpPr/>
          <p:nvPr/>
        </p:nvSpPr>
        <p:spPr>
          <a:xfrm>
            <a:off x="320040" y="320040"/>
            <a:ext cx="64008" cy="64008"/>
          </a:xfrm>
          <a:prstGeom prst="ellipse">
            <a:avLst/>
          </a:prstGeom>
          <a:solidFill>
            <a:srgbClr val="C9962C">
              <a:alpha val="75000"/>
            </a:srgbClr>
          </a:solidFill>
          <a:ln/>
        </p:spPr>
        <p:txBody>
          <a:bodyPr/>
          <a:lstStyle/>
          <a:p>
            <a:endParaRPr lang="en-IN"/>
          </a:p>
        </p:txBody>
      </p:sp>
      <p:sp>
        <p:nvSpPr>
          <p:cNvPr id="3" name="Shape 1"/>
          <p:cNvSpPr/>
          <p:nvPr/>
        </p:nvSpPr>
        <p:spPr>
          <a:xfrm>
            <a:off x="521208" y="320040"/>
            <a:ext cx="64008" cy="64008"/>
          </a:xfrm>
          <a:prstGeom prst="ellipse">
            <a:avLst/>
          </a:prstGeom>
          <a:solidFill>
            <a:srgbClr val="C9962C">
              <a:alpha val="75000"/>
            </a:srgbClr>
          </a:solidFill>
          <a:ln/>
        </p:spPr>
        <p:txBody>
          <a:bodyPr/>
          <a:lstStyle/>
          <a:p>
            <a:endParaRPr lang="en-IN"/>
          </a:p>
        </p:txBody>
      </p:sp>
      <p:sp>
        <p:nvSpPr>
          <p:cNvPr id="4" name="Shape 2"/>
          <p:cNvSpPr/>
          <p:nvPr/>
        </p:nvSpPr>
        <p:spPr>
          <a:xfrm>
            <a:off x="722376" y="320040"/>
            <a:ext cx="64008" cy="64008"/>
          </a:xfrm>
          <a:prstGeom prst="ellipse">
            <a:avLst/>
          </a:prstGeom>
          <a:solidFill>
            <a:srgbClr val="C9962C">
              <a:alpha val="75000"/>
            </a:srgbClr>
          </a:solidFill>
          <a:ln/>
        </p:spPr>
        <p:txBody>
          <a:bodyPr/>
          <a:lstStyle/>
          <a:p>
            <a:endParaRPr lang="en-IN"/>
          </a:p>
        </p:txBody>
      </p:sp>
      <p:sp>
        <p:nvSpPr>
          <p:cNvPr id="5" name="Shape 3"/>
          <p:cNvSpPr/>
          <p:nvPr/>
        </p:nvSpPr>
        <p:spPr>
          <a:xfrm>
            <a:off x="923544" y="320040"/>
            <a:ext cx="64008" cy="64008"/>
          </a:xfrm>
          <a:prstGeom prst="ellipse">
            <a:avLst/>
          </a:prstGeom>
          <a:solidFill>
            <a:srgbClr val="C9962C">
              <a:alpha val="75000"/>
            </a:srgbClr>
          </a:solidFill>
          <a:ln/>
        </p:spPr>
        <p:txBody>
          <a:bodyPr/>
          <a:lstStyle/>
          <a:p>
            <a:endParaRPr lang="en-IN"/>
          </a:p>
        </p:txBody>
      </p:sp>
      <p:sp>
        <p:nvSpPr>
          <p:cNvPr id="6" name="Shape 4"/>
          <p:cNvSpPr/>
          <p:nvPr/>
        </p:nvSpPr>
        <p:spPr>
          <a:xfrm>
            <a:off x="420624" y="521208"/>
            <a:ext cx="64008" cy="64008"/>
          </a:xfrm>
          <a:prstGeom prst="ellipse">
            <a:avLst/>
          </a:prstGeom>
          <a:solidFill>
            <a:srgbClr val="C9962C">
              <a:alpha val="75000"/>
            </a:srgbClr>
          </a:solidFill>
          <a:ln/>
        </p:spPr>
        <p:txBody>
          <a:bodyPr/>
          <a:lstStyle/>
          <a:p>
            <a:endParaRPr lang="en-IN"/>
          </a:p>
        </p:txBody>
      </p:sp>
      <p:sp>
        <p:nvSpPr>
          <p:cNvPr id="7" name="Shape 5"/>
          <p:cNvSpPr/>
          <p:nvPr/>
        </p:nvSpPr>
        <p:spPr>
          <a:xfrm>
            <a:off x="621792" y="521208"/>
            <a:ext cx="64008" cy="64008"/>
          </a:xfrm>
          <a:prstGeom prst="ellipse">
            <a:avLst/>
          </a:prstGeom>
          <a:solidFill>
            <a:srgbClr val="C9962C">
              <a:alpha val="75000"/>
            </a:srgbClr>
          </a:solidFill>
          <a:ln/>
        </p:spPr>
        <p:txBody>
          <a:bodyPr/>
          <a:lstStyle/>
          <a:p>
            <a:endParaRPr lang="en-IN"/>
          </a:p>
        </p:txBody>
      </p:sp>
      <p:sp>
        <p:nvSpPr>
          <p:cNvPr id="8" name="Shape 6"/>
          <p:cNvSpPr/>
          <p:nvPr/>
        </p:nvSpPr>
        <p:spPr>
          <a:xfrm>
            <a:off x="822960" y="521208"/>
            <a:ext cx="64008" cy="64008"/>
          </a:xfrm>
          <a:prstGeom prst="ellipse">
            <a:avLst/>
          </a:prstGeom>
          <a:solidFill>
            <a:srgbClr val="C9962C">
              <a:alpha val="75000"/>
            </a:srgbClr>
          </a:solidFill>
          <a:ln/>
        </p:spPr>
        <p:txBody>
          <a:bodyPr/>
          <a:lstStyle/>
          <a:p>
            <a:endParaRPr lang="en-IN"/>
          </a:p>
        </p:txBody>
      </p:sp>
      <p:sp>
        <p:nvSpPr>
          <p:cNvPr id="9" name="Shape 7"/>
          <p:cNvSpPr/>
          <p:nvPr/>
        </p:nvSpPr>
        <p:spPr>
          <a:xfrm>
            <a:off x="521208" y="722376"/>
            <a:ext cx="64008" cy="64008"/>
          </a:xfrm>
          <a:prstGeom prst="ellipse">
            <a:avLst/>
          </a:prstGeom>
          <a:solidFill>
            <a:srgbClr val="C9962C">
              <a:alpha val="75000"/>
            </a:srgbClr>
          </a:solidFill>
          <a:ln/>
        </p:spPr>
        <p:txBody>
          <a:bodyPr/>
          <a:lstStyle/>
          <a:p>
            <a:endParaRPr lang="en-IN"/>
          </a:p>
        </p:txBody>
      </p:sp>
      <p:sp>
        <p:nvSpPr>
          <p:cNvPr id="10" name="Shape 8"/>
          <p:cNvSpPr/>
          <p:nvPr/>
        </p:nvSpPr>
        <p:spPr>
          <a:xfrm>
            <a:off x="722376" y="722376"/>
            <a:ext cx="64008" cy="64008"/>
          </a:xfrm>
          <a:prstGeom prst="ellipse">
            <a:avLst/>
          </a:prstGeom>
          <a:solidFill>
            <a:srgbClr val="C9962C">
              <a:alpha val="75000"/>
            </a:srgbClr>
          </a:solidFill>
          <a:ln/>
        </p:spPr>
        <p:txBody>
          <a:bodyPr/>
          <a:lstStyle/>
          <a:p>
            <a:endParaRPr lang="en-IN"/>
          </a:p>
        </p:txBody>
      </p:sp>
      <p:sp>
        <p:nvSpPr>
          <p:cNvPr id="11" name="Shape 9"/>
          <p:cNvSpPr/>
          <p:nvPr/>
        </p:nvSpPr>
        <p:spPr>
          <a:xfrm>
            <a:off x="621792" y="923544"/>
            <a:ext cx="64008" cy="64008"/>
          </a:xfrm>
          <a:prstGeom prst="ellipse">
            <a:avLst/>
          </a:prstGeom>
          <a:solidFill>
            <a:srgbClr val="C9962C">
              <a:alpha val="75000"/>
            </a:srgbClr>
          </a:solidFill>
          <a:ln/>
        </p:spPr>
        <p:txBody>
          <a:bodyPr/>
          <a:lstStyle/>
          <a:p>
            <a:endParaRPr lang="en-IN"/>
          </a:p>
        </p:txBody>
      </p:sp>
      <p:sp>
        <p:nvSpPr>
          <p:cNvPr id="12" name="Shape 10"/>
          <p:cNvSpPr/>
          <p:nvPr/>
        </p:nvSpPr>
        <p:spPr>
          <a:xfrm>
            <a:off x="548640" y="457200"/>
            <a:ext cx="2377440" cy="457200"/>
          </a:xfrm>
          <a:prstGeom prst="roundRect">
            <a:avLst>
              <a:gd name="adj" fmla="val 50000"/>
            </a:avLst>
          </a:prstGeom>
          <a:solidFill>
            <a:srgbClr val="6E1423"/>
          </a:solidFill>
          <a:ln/>
        </p:spPr>
        <p:txBody>
          <a:bodyPr/>
          <a:lstStyle/>
          <a:p>
            <a:endParaRPr lang="en-IN"/>
          </a:p>
        </p:txBody>
      </p:sp>
      <p:sp>
        <p:nvSpPr>
          <p:cNvPr id="13" name="Text 11"/>
          <p:cNvSpPr/>
          <p:nvPr/>
        </p:nvSpPr>
        <p:spPr>
          <a:xfrm>
            <a:off x="548640" y="457200"/>
            <a:ext cx="2377440" cy="457200"/>
          </a:xfrm>
          <a:prstGeom prst="rect">
            <a:avLst/>
          </a:prstGeom>
          <a:noFill/>
          <a:ln/>
        </p:spPr>
        <p:txBody>
          <a:bodyPr wrap="square" lIns="0" tIns="0" rIns="0" bIns="0" rtlCol="0" anchor="ctr"/>
          <a:lstStyle/>
          <a:p>
            <a:pPr marL="0" indent="0" algn="ctr">
              <a:buNone/>
            </a:pPr>
            <a:r>
              <a:rPr lang="en-US" sz="1400" b="1" dirty="0">
                <a:solidFill>
                  <a:srgbClr val="FBF3E1"/>
                </a:solidFill>
                <a:latin typeface="Latha" pitchFamily="34" charset="0"/>
                <a:ea typeface="Latha" pitchFamily="34" charset="-122"/>
                <a:cs typeface="Latha" pitchFamily="34" charset="-120"/>
              </a:rPr>
              <a:t>கோயில் வளம் — பாடல் 7</a:t>
            </a:r>
            <a:endParaRPr lang="en-US" sz="1400" dirty="0"/>
          </a:p>
        </p:txBody>
      </p:sp>
      <p:sp>
        <p:nvSpPr>
          <p:cNvPr id="14" name="Shape 12"/>
          <p:cNvSpPr/>
          <p:nvPr/>
        </p:nvSpPr>
        <p:spPr>
          <a:xfrm>
            <a:off x="10561320" y="365760"/>
            <a:ext cx="1005840" cy="1005840"/>
          </a:xfrm>
          <a:prstGeom prst="ellipse">
            <a:avLst/>
          </a:prstGeom>
          <a:solidFill>
            <a:srgbClr val="6E1423"/>
          </a:solidFill>
          <a:ln w="19050">
            <a:solidFill>
              <a:srgbClr val="C9962C"/>
            </a:solidFill>
            <a:prstDash val="solid"/>
          </a:ln>
        </p:spPr>
        <p:txBody>
          <a:bodyPr/>
          <a:lstStyle/>
          <a:p>
            <a:endParaRPr lang="en-IN"/>
          </a:p>
        </p:txBody>
      </p:sp>
      <p:sp>
        <p:nvSpPr>
          <p:cNvPr id="15" name="Text 13"/>
          <p:cNvSpPr/>
          <p:nvPr/>
        </p:nvSpPr>
        <p:spPr>
          <a:xfrm>
            <a:off x="10561320" y="365760"/>
            <a:ext cx="1005840" cy="1005840"/>
          </a:xfrm>
          <a:prstGeom prst="rect">
            <a:avLst/>
          </a:prstGeom>
          <a:noFill/>
          <a:ln/>
        </p:spPr>
        <p:txBody>
          <a:bodyPr wrap="square" lIns="0" tIns="0" rIns="0" bIns="0" rtlCol="0" anchor="ctr"/>
          <a:lstStyle/>
          <a:p>
            <a:pPr marL="0" indent="0" algn="ctr">
              <a:buNone/>
            </a:pPr>
            <a:r>
              <a:rPr lang="en-US" sz="3000" b="1" dirty="0">
                <a:solidFill>
                  <a:srgbClr val="E3B341"/>
                </a:solidFill>
                <a:latin typeface="Cambria" pitchFamily="34" charset="0"/>
                <a:ea typeface="Cambria" pitchFamily="34" charset="-122"/>
                <a:cs typeface="Cambria" pitchFamily="34" charset="-120"/>
              </a:rPr>
              <a:t>7</a:t>
            </a:r>
            <a:endParaRPr lang="en-US" sz="3000" dirty="0"/>
          </a:p>
        </p:txBody>
      </p:sp>
      <p:sp>
        <p:nvSpPr>
          <p:cNvPr id="16" name="Shape 14"/>
          <p:cNvSpPr/>
          <p:nvPr/>
        </p:nvSpPr>
        <p:spPr>
          <a:xfrm>
            <a:off x="548640" y="1188720"/>
            <a:ext cx="5212080" cy="5029200"/>
          </a:xfrm>
          <a:prstGeom prst="roundRect">
            <a:avLst>
              <a:gd name="adj" fmla="val 2182"/>
            </a:avLst>
          </a:prstGeom>
          <a:solidFill>
            <a:srgbClr val="6E1423"/>
          </a:solidFill>
          <a:ln/>
          <a:effectLst>
            <a:outerShdw blurRad="101600" dist="38100" dir="5400000" algn="bl" rotWithShape="0">
              <a:srgbClr val="000000">
                <a:alpha val="25000"/>
              </a:srgbClr>
            </a:outerShdw>
          </a:effectLst>
        </p:spPr>
        <p:txBody>
          <a:bodyPr/>
          <a:lstStyle/>
          <a:p>
            <a:endParaRPr lang="en-IN"/>
          </a:p>
        </p:txBody>
      </p:sp>
      <p:sp>
        <p:nvSpPr>
          <p:cNvPr id="17" name="Text 15"/>
          <p:cNvSpPr/>
          <p:nvPr/>
        </p:nvSpPr>
        <p:spPr>
          <a:xfrm>
            <a:off x="868680" y="1508760"/>
            <a:ext cx="4663440" cy="4480560"/>
          </a:xfrm>
          <a:prstGeom prst="rect">
            <a:avLst/>
          </a:prstGeom>
          <a:noFill/>
          <a:ln/>
        </p:spPr>
        <p:txBody>
          <a:bodyPr wrap="square" lIns="0" tIns="0" rIns="0" bIns="0" rtlCol="0" anchor="t"/>
          <a:lstStyle/>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அருணகிரி நாவில் பழக்கம் - தரும்</a:t>
            </a:r>
            <a:endParaRPr lang="en-US" sz="1700" dirty="0"/>
          </a:p>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அந்தத் திருப்புகழ் முழக்கம் -பல</a:t>
            </a:r>
            <a:endParaRPr lang="en-US" sz="1700" dirty="0"/>
          </a:p>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அடியார்கணம் மொழிபோதினில்</a:t>
            </a:r>
            <a:endParaRPr lang="en-US" sz="1700" dirty="0"/>
          </a:p>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அமராவதி இமையோர்செவி</a:t>
            </a:r>
            <a:endParaRPr lang="en-US" sz="1700" dirty="0"/>
          </a:p>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அடைக்கும்; அண்டம் உடைக்கும்.</a:t>
            </a:r>
            <a:endParaRPr lang="en-US" sz="1700" dirty="0"/>
          </a:p>
        </p:txBody>
      </p:sp>
      <p:sp>
        <p:nvSpPr>
          <p:cNvPr id="18" name="Shape 16"/>
          <p:cNvSpPr/>
          <p:nvPr/>
        </p:nvSpPr>
        <p:spPr>
          <a:xfrm>
            <a:off x="5989320" y="1188720"/>
            <a:ext cx="5623560" cy="5029200"/>
          </a:xfrm>
          <a:prstGeom prst="roundRect">
            <a:avLst>
              <a:gd name="adj" fmla="val 2182"/>
            </a:avLst>
          </a:prstGeom>
          <a:solidFill>
            <a:srgbClr val="FFFFFF"/>
          </a:solidFill>
          <a:ln w="19050">
            <a:solidFill>
              <a:srgbClr val="C9962C"/>
            </a:solidFill>
            <a:prstDash val="solid"/>
          </a:ln>
        </p:spPr>
        <p:txBody>
          <a:bodyPr/>
          <a:lstStyle/>
          <a:p>
            <a:endParaRPr lang="en-IN"/>
          </a:p>
        </p:txBody>
      </p:sp>
      <p:sp>
        <p:nvSpPr>
          <p:cNvPr id="19" name="Text 17"/>
          <p:cNvSpPr/>
          <p:nvPr/>
        </p:nvSpPr>
        <p:spPr>
          <a:xfrm>
            <a:off x="6263640" y="1371600"/>
            <a:ext cx="5029200" cy="411480"/>
          </a:xfrm>
          <a:prstGeom prst="rect">
            <a:avLst/>
          </a:prstGeom>
          <a:noFill/>
          <a:ln/>
        </p:spPr>
        <p:txBody>
          <a:bodyPr wrap="square" lIns="0" tIns="0" rIns="0" bIns="0" rtlCol="0" anchor="ctr"/>
          <a:lstStyle/>
          <a:p>
            <a:pPr marL="0" indent="0">
              <a:buNone/>
            </a:pPr>
            <a:r>
              <a:rPr lang="en-US" sz="1600" b="1" dirty="0">
                <a:solidFill>
                  <a:srgbClr val="C9962C"/>
                </a:solidFill>
                <a:latin typeface="Latha" pitchFamily="34" charset="0"/>
                <a:ea typeface="Latha" pitchFamily="34" charset="-122"/>
                <a:cs typeface="Latha" pitchFamily="34" charset="-120"/>
              </a:rPr>
              <a:t>பொருள்</a:t>
            </a:r>
            <a:endParaRPr lang="en-US" sz="1600" dirty="0"/>
          </a:p>
        </p:txBody>
      </p:sp>
      <p:sp>
        <p:nvSpPr>
          <p:cNvPr id="20" name="Text 18"/>
          <p:cNvSpPr/>
          <p:nvPr/>
        </p:nvSpPr>
        <p:spPr>
          <a:xfrm>
            <a:off x="6263640" y="1828800"/>
            <a:ext cx="5074920" cy="4206240"/>
          </a:xfrm>
          <a:prstGeom prst="rect">
            <a:avLst/>
          </a:prstGeom>
          <a:noFill/>
          <a:ln/>
        </p:spPr>
        <p:txBody>
          <a:bodyPr wrap="square" lIns="0" tIns="0" rIns="0" bIns="0" rtlCol="0" anchor="t"/>
          <a:lstStyle/>
          <a:p>
            <a:pPr marL="0" indent="0" algn="l">
              <a:lnSpc>
                <a:spcPct val="135000"/>
              </a:lnSpc>
              <a:buNone/>
            </a:pPr>
            <a:r>
              <a:rPr lang="en-US" sz="1550" dirty="0">
                <a:solidFill>
                  <a:srgbClr val="3B1F12"/>
                </a:solidFill>
                <a:latin typeface="Latha" pitchFamily="34" charset="0"/>
                <a:ea typeface="Latha" pitchFamily="34" charset="-122"/>
                <a:cs typeface="Latha" pitchFamily="34" charset="-120"/>
              </a:rPr>
              <a:t>அருணகிரியாரின் நாவில் பழகிய திருப்புகழ் முழக்கத்தை, காவடி எடுக்கும் பக்தர் திரள் பாடும்போது, அந்த ஒலி அமராவதியில் உள்ள தேவர்களின் செவியை அடைக்கும் அளவும், அண்டத்தையே பிளக்கும் அளவும் எழுகிறது.</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0">
    <p:bg>
      <p:bgPr>
        <a:solidFill>
          <a:srgbClr val="FFFDF6"/>
        </a:solidFill>
        <a:effectLst/>
      </p:bgPr>
    </p:bg>
    <p:spTree>
      <p:nvGrpSpPr>
        <p:cNvPr id="1" name=""/>
        <p:cNvGrpSpPr/>
        <p:nvPr/>
      </p:nvGrpSpPr>
      <p:grpSpPr>
        <a:xfrm>
          <a:off x="0" y="0"/>
          <a:ext cx="0" cy="0"/>
          <a:chOff x="0" y="0"/>
          <a:chExt cx="0" cy="0"/>
        </a:xfrm>
      </p:grpSpPr>
      <p:sp>
        <p:nvSpPr>
          <p:cNvPr id="2" name="Shape 0"/>
          <p:cNvSpPr/>
          <p:nvPr/>
        </p:nvSpPr>
        <p:spPr>
          <a:xfrm>
            <a:off x="320040" y="320040"/>
            <a:ext cx="64008" cy="64008"/>
          </a:xfrm>
          <a:prstGeom prst="ellipse">
            <a:avLst/>
          </a:prstGeom>
          <a:solidFill>
            <a:srgbClr val="C9962C">
              <a:alpha val="75000"/>
            </a:srgbClr>
          </a:solidFill>
          <a:ln/>
        </p:spPr>
        <p:txBody>
          <a:bodyPr/>
          <a:lstStyle/>
          <a:p>
            <a:endParaRPr lang="en-IN"/>
          </a:p>
        </p:txBody>
      </p:sp>
      <p:sp>
        <p:nvSpPr>
          <p:cNvPr id="3" name="Shape 1"/>
          <p:cNvSpPr/>
          <p:nvPr/>
        </p:nvSpPr>
        <p:spPr>
          <a:xfrm>
            <a:off x="521208" y="320040"/>
            <a:ext cx="64008" cy="64008"/>
          </a:xfrm>
          <a:prstGeom prst="ellipse">
            <a:avLst/>
          </a:prstGeom>
          <a:solidFill>
            <a:srgbClr val="C9962C">
              <a:alpha val="75000"/>
            </a:srgbClr>
          </a:solidFill>
          <a:ln/>
        </p:spPr>
        <p:txBody>
          <a:bodyPr/>
          <a:lstStyle/>
          <a:p>
            <a:endParaRPr lang="en-IN"/>
          </a:p>
        </p:txBody>
      </p:sp>
      <p:sp>
        <p:nvSpPr>
          <p:cNvPr id="4" name="Shape 2"/>
          <p:cNvSpPr/>
          <p:nvPr/>
        </p:nvSpPr>
        <p:spPr>
          <a:xfrm>
            <a:off x="722376" y="320040"/>
            <a:ext cx="64008" cy="64008"/>
          </a:xfrm>
          <a:prstGeom prst="ellipse">
            <a:avLst/>
          </a:prstGeom>
          <a:solidFill>
            <a:srgbClr val="C9962C">
              <a:alpha val="75000"/>
            </a:srgbClr>
          </a:solidFill>
          <a:ln/>
        </p:spPr>
        <p:txBody>
          <a:bodyPr/>
          <a:lstStyle/>
          <a:p>
            <a:endParaRPr lang="en-IN"/>
          </a:p>
        </p:txBody>
      </p:sp>
      <p:sp>
        <p:nvSpPr>
          <p:cNvPr id="5" name="Shape 3"/>
          <p:cNvSpPr/>
          <p:nvPr/>
        </p:nvSpPr>
        <p:spPr>
          <a:xfrm>
            <a:off x="923544" y="320040"/>
            <a:ext cx="64008" cy="64008"/>
          </a:xfrm>
          <a:prstGeom prst="ellipse">
            <a:avLst/>
          </a:prstGeom>
          <a:solidFill>
            <a:srgbClr val="C9962C">
              <a:alpha val="75000"/>
            </a:srgbClr>
          </a:solidFill>
          <a:ln/>
        </p:spPr>
        <p:txBody>
          <a:bodyPr/>
          <a:lstStyle/>
          <a:p>
            <a:endParaRPr lang="en-IN"/>
          </a:p>
        </p:txBody>
      </p:sp>
      <p:sp>
        <p:nvSpPr>
          <p:cNvPr id="6" name="Shape 4"/>
          <p:cNvSpPr/>
          <p:nvPr/>
        </p:nvSpPr>
        <p:spPr>
          <a:xfrm>
            <a:off x="420624" y="521208"/>
            <a:ext cx="64008" cy="64008"/>
          </a:xfrm>
          <a:prstGeom prst="ellipse">
            <a:avLst/>
          </a:prstGeom>
          <a:solidFill>
            <a:srgbClr val="C9962C">
              <a:alpha val="75000"/>
            </a:srgbClr>
          </a:solidFill>
          <a:ln/>
        </p:spPr>
        <p:txBody>
          <a:bodyPr/>
          <a:lstStyle/>
          <a:p>
            <a:endParaRPr lang="en-IN"/>
          </a:p>
        </p:txBody>
      </p:sp>
      <p:sp>
        <p:nvSpPr>
          <p:cNvPr id="7" name="Shape 5"/>
          <p:cNvSpPr/>
          <p:nvPr/>
        </p:nvSpPr>
        <p:spPr>
          <a:xfrm>
            <a:off x="621792" y="521208"/>
            <a:ext cx="64008" cy="64008"/>
          </a:xfrm>
          <a:prstGeom prst="ellipse">
            <a:avLst/>
          </a:prstGeom>
          <a:solidFill>
            <a:srgbClr val="C9962C">
              <a:alpha val="75000"/>
            </a:srgbClr>
          </a:solidFill>
          <a:ln/>
        </p:spPr>
        <p:txBody>
          <a:bodyPr/>
          <a:lstStyle/>
          <a:p>
            <a:endParaRPr lang="en-IN"/>
          </a:p>
        </p:txBody>
      </p:sp>
      <p:sp>
        <p:nvSpPr>
          <p:cNvPr id="8" name="Shape 6"/>
          <p:cNvSpPr/>
          <p:nvPr/>
        </p:nvSpPr>
        <p:spPr>
          <a:xfrm>
            <a:off x="822960" y="521208"/>
            <a:ext cx="64008" cy="64008"/>
          </a:xfrm>
          <a:prstGeom prst="ellipse">
            <a:avLst/>
          </a:prstGeom>
          <a:solidFill>
            <a:srgbClr val="C9962C">
              <a:alpha val="75000"/>
            </a:srgbClr>
          </a:solidFill>
          <a:ln/>
        </p:spPr>
        <p:txBody>
          <a:bodyPr/>
          <a:lstStyle/>
          <a:p>
            <a:endParaRPr lang="en-IN"/>
          </a:p>
        </p:txBody>
      </p:sp>
      <p:sp>
        <p:nvSpPr>
          <p:cNvPr id="9" name="Shape 7"/>
          <p:cNvSpPr/>
          <p:nvPr/>
        </p:nvSpPr>
        <p:spPr>
          <a:xfrm>
            <a:off x="521208" y="722376"/>
            <a:ext cx="64008" cy="64008"/>
          </a:xfrm>
          <a:prstGeom prst="ellipse">
            <a:avLst/>
          </a:prstGeom>
          <a:solidFill>
            <a:srgbClr val="C9962C">
              <a:alpha val="75000"/>
            </a:srgbClr>
          </a:solidFill>
          <a:ln/>
        </p:spPr>
        <p:txBody>
          <a:bodyPr/>
          <a:lstStyle/>
          <a:p>
            <a:endParaRPr lang="en-IN"/>
          </a:p>
        </p:txBody>
      </p:sp>
      <p:sp>
        <p:nvSpPr>
          <p:cNvPr id="10" name="Shape 8"/>
          <p:cNvSpPr/>
          <p:nvPr/>
        </p:nvSpPr>
        <p:spPr>
          <a:xfrm>
            <a:off x="722376" y="722376"/>
            <a:ext cx="64008" cy="64008"/>
          </a:xfrm>
          <a:prstGeom prst="ellipse">
            <a:avLst/>
          </a:prstGeom>
          <a:solidFill>
            <a:srgbClr val="C9962C">
              <a:alpha val="75000"/>
            </a:srgbClr>
          </a:solidFill>
          <a:ln/>
        </p:spPr>
        <p:txBody>
          <a:bodyPr/>
          <a:lstStyle/>
          <a:p>
            <a:endParaRPr lang="en-IN"/>
          </a:p>
        </p:txBody>
      </p:sp>
      <p:sp>
        <p:nvSpPr>
          <p:cNvPr id="11" name="Shape 9"/>
          <p:cNvSpPr/>
          <p:nvPr/>
        </p:nvSpPr>
        <p:spPr>
          <a:xfrm>
            <a:off x="621792" y="923544"/>
            <a:ext cx="64008" cy="64008"/>
          </a:xfrm>
          <a:prstGeom prst="ellipse">
            <a:avLst/>
          </a:prstGeom>
          <a:solidFill>
            <a:srgbClr val="C9962C">
              <a:alpha val="75000"/>
            </a:srgbClr>
          </a:solidFill>
          <a:ln/>
        </p:spPr>
        <p:txBody>
          <a:bodyPr/>
          <a:lstStyle/>
          <a:p>
            <a:endParaRPr lang="en-IN"/>
          </a:p>
        </p:txBody>
      </p:sp>
      <p:sp>
        <p:nvSpPr>
          <p:cNvPr id="12" name="Shape 10"/>
          <p:cNvSpPr/>
          <p:nvPr/>
        </p:nvSpPr>
        <p:spPr>
          <a:xfrm>
            <a:off x="548640" y="457200"/>
            <a:ext cx="2377440" cy="457200"/>
          </a:xfrm>
          <a:prstGeom prst="roundRect">
            <a:avLst>
              <a:gd name="adj" fmla="val 50000"/>
            </a:avLst>
          </a:prstGeom>
          <a:solidFill>
            <a:srgbClr val="6E1423"/>
          </a:solidFill>
          <a:ln/>
        </p:spPr>
        <p:txBody>
          <a:bodyPr/>
          <a:lstStyle/>
          <a:p>
            <a:endParaRPr lang="en-IN"/>
          </a:p>
        </p:txBody>
      </p:sp>
      <p:sp>
        <p:nvSpPr>
          <p:cNvPr id="13" name="Text 11"/>
          <p:cNvSpPr/>
          <p:nvPr/>
        </p:nvSpPr>
        <p:spPr>
          <a:xfrm>
            <a:off x="548640" y="457200"/>
            <a:ext cx="2377440" cy="457200"/>
          </a:xfrm>
          <a:prstGeom prst="rect">
            <a:avLst/>
          </a:prstGeom>
          <a:noFill/>
          <a:ln/>
        </p:spPr>
        <p:txBody>
          <a:bodyPr wrap="square" lIns="0" tIns="0" rIns="0" bIns="0" rtlCol="0" anchor="ctr"/>
          <a:lstStyle/>
          <a:p>
            <a:pPr marL="0" indent="0" algn="ctr">
              <a:buNone/>
            </a:pPr>
            <a:r>
              <a:rPr lang="en-US" sz="1400" b="1" dirty="0">
                <a:solidFill>
                  <a:srgbClr val="FBF3E1"/>
                </a:solidFill>
                <a:latin typeface="Latha" pitchFamily="34" charset="0"/>
                <a:ea typeface="Latha" pitchFamily="34" charset="-122"/>
                <a:cs typeface="Latha" pitchFamily="34" charset="-120"/>
              </a:rPr>
              <a:t>கோயில் வளம் — பாடல் 8</a:t>
            </a:r>
            <a:endParaRPr lang="en-US" sz="1400" dirty="0"/>
          </a:p>
        </p:txBody>
      </p:sp>
      <p:sp>
        <p:nvSpPr>
          <p:cNvPr id="14" name="Shape 12"/>
          <p:cNvSpPr/>
          <p:nvPr/>
        </p:nvSpPr>
        <p:spPr>
          <a:xfrm>
            <a:off x="10561320" y="365760"/>
            <a:ext cx="1005840" cy="1005840"/>
          </a:xfrm>
          <a:prstGeom prst="ellipse">
            <a:avLst/>
          </a:prstGeom>
          <a:solidFill>
            <a:srgbClr val="6E1423"/>
          </a:solidFill>
          <a:ln w="19050">
            <a:solidFill>
              <a:srgbClr val="C9962C"/>
            </a:solidFill>
            <a:prstDash val="solid"/>
          </a:ln>
        </p:spPr>
        <p:txBody>
          <a:bodyPr/>
          <a:lstStyle/>
          <a:p>
            <a:endParaRPr lang="en-IN"/>
          </a:p>
        </p:txBody>
      </p:sp>
      <p:sp>
        <p:nvSpPr>
          <p:cNvPr id="15" name="Text 13"/>
          <p:cNvSpPr/>
          <p:nvPr/>
        </p:nvSpPr>
        <p:spPr>
          <a:xfrm>
            <a:off x="10561320" y="365760"/>
            <a:ext cx="1005840" cy="1005840"/>
          </a:xfrm>
          <a:prstGeom prst="rect">
            <a:avLst/>
          </a:prstGeom>
          <a:noFill/>
          <a:ln/>
        </p:spPr>
        <p:txBody>
          <a:bodyPr wrap="square" lIns="0" tIns="0" rIns="0" bIns="0" rtlCol="0" anchor="ctr"/>
          <a:lstStyle/>
          <a:p>
            <a:pPr marL="0" indent="0" algn="ctr">
              <a:buNone/>
            </a:pPr>
            <a:r>
              <a:rPr lang="en-US" sz="3000" b="1" dirty="0">
                <a:solidFill>
                  <a:srgbClr val="E3B341"/>
                </a:solidFill>
                <a:latin typeface="Cambria" pitchFamily="34" charset="0"/>
                <a:ea typeface="Cambria" pitchFamily="34" charset="-122"/>
                <a:cs typeface="Cambria" pitchFamily="34" charset="-120"/>
              </a:rPr>
              <a:t>8</a:t>
            </a:r>
            <a:endParaRPr lang="en-US" sz="3000" dirty="0"/>
          </a:p>
        </p:txBody>
      </p:sp>
      <p:sp>
        <p:nvSpPr>
          <p:cNvPr id="16" name="Shape 14"/>
          <p:cNvSpPr/>
          <p:nvPr/>
        </p:nvSpPr>
        <p:spPr>
          <a:xfrm>
            <a:off x="548640" y="1188720"/>
            <a:ext cx="5212080" cy="5029200"/>
          </a:xfrm>
          <a:prstGeom prst="roundRect">
            <a:avLst>
              <a:gd name="adj" fmla="val 2182"/>
            </a:avLst>
          </a:prstGeom>
          <a:solidFill>
            <a:srgbClr val="6E1423"/>
          </a:solidFill>
          <a:ln/>
          <a:effectLst>
            <a:outerShdw blurRad="101600" dist="38100" dir="5400000" algn="bl" rotWithShape="0">
              <a:srgbClr val="000000">
                <a:alpha val="25000"/>
              </a:srgbClr>
            </a:outerShdw>
          </a:effectLst>
        </p:spPr>
        <p:txBody>
          <a:bodyPr/>
          <a:lstStyle/>
          <a:p>
            <a:endParaRPr lang="en-IN"/>
          </a:p>
        </p:txBody>
      </p:sp>
      <p:sp>
        <p:nvSpPr>
          <p:cNvPr id="17" name="Text 15"/>
          <p:cNvSpPr/>
          <p:nvPr/>
        </p:nvSpPr>
        <p:spPr>
          <a:xfrm>
            <a:off x="868680" y="1508760"/>
            <a:ext cx="4663440" cy="4480560"/>
          </a:xfrm>
          <a:prstGeom prst="rect">
            <a:avLst/>
          </a:prstGeom>
          <a:noFill/>
          <a:ln/>
        </p:spPr>
        <p:txBody>
          <a:bodyPr wrap="square" lIns="0" tIns="0" rIns="0" bIns="0" rtlCol="0" anchor="t"/>
          <a:lstStyle/>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கருணை முருகனைப் போற்றித்-தங்கக்</a:t>
            </a:r>
            <a:endParaRPr lang="en-US" sz="1700" dirty="0"/>
          </a:p>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காவடி தோளின்மேல் ஏற்றிக் - கொழும்</a:t>
            </a:r>
            <a:endParaRPr lang="en-US" sz="1700" dirty="0"/>
          </a:p>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கனல்ஏறிய மெழுகாய்வரு</a:t>
            </a:r>
            <a:endParaRPr lang="en-US" sz="1700" dirty="0"/>
          </a:p>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பவர்ஏவரும் இகமேகதி</a:t>
            </a:r>
            <a:endParaRPr lang="en-US" sz="1700" dirty="0"/>
          </a:p>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காண்பார்; இன்பம் பூண்பார்.</a:t>
            </a:r>
            <a:endParaRPr lang="en-US" sz="1700" dirty="0"/>
          </a:p>
        </p:txBody>
      </p:sp>
      <p:sp>
        <p:nvSpPr>
          <p:cNvPr id="18" name="Shape 16"/>
          <p:cNvSpPr/>
          <p:nvPr/>
        </p:nvSpPr>
        <p:spPr>
          <a:xfrm>
            <a:off x="5989320" y="1188720"/>
            <a:ext cx="5623560" cy="5029200"/>
          </a:xfrm>
          <a:prstGeom prst="roundRect">
            <a:avLst>
              <a:gd name="adj" fmla="val 2182"/>
            </a:avLst>
          </a:prstGeom>
          <a:solidFill>
            <a:srgbClr val="FFFFFF"/>
          </a:solidFill>
          <a:ln w="19050">
            <a:solidFill>
              <a:srgbClr val="C9962C"/>
            </a:solidFill>
            <a:prstDash val="solid"/>
          </a:ln>
        </p:spPr>
        <p:txBody>
          <a:bodyPr/>
          <a:lstStyle/>
          <a:p>
            <a:endParaRPr lang="en-IN"/>
          </a:p>
        </p:txBody>
      </p:sp>
      <p:sp>
        <p:nvSpPr>
          <p:cNvPr id="19" name="Text 17"/>
          <p:cNvSpPr/>
          <p:nvPr/>
        </p:nvSpPr>
        <p:spPr>
          <a:xfrm>
            <a:off x="6263640" y="1371600"/>
            <a:ext cx="5029200" cy="411480"/>
          </a:xfrm>
          <a:prstGeom prst="rect">
            <a:avLst/>
          </a:prstGeom>
          <a:noFill/>
          <a:ln/>
        </p:spPr>
        <p:txBody>
          <a:bodyPr wrap="square" lIns="0" tIns="0" rIns="0" bIns="0" rtlCol="0" anchor="ctr"/>
          <a:lstStyle/>
          <a:p>
            <a:pPr marL="0" indent="0">
              <a:buNone/>
            </a:pPr>
            <a:r>
              <a:rPr lang="en-US" sz="1600" b="1" dirty="0">
                <a:solidFill>
                  <a:srgbClr val="C9962C"/>
                </a:solidFill>
                <a:latin typeface="Latha" pitchFamily="34" charset="0"/>
                <a:ea typeface="Latha" pitchFamily="34" charset="-122"/>
                <a:cs typeface="Latha" pitchFamily="34" charset="-120"/>
              </a:rPr>
              <a:t>பொருள்</a:t>
            </a:r>
            <a:endParaRPr lang="en-US" sz="1600" dirty="0"/>
          </a:p>
        </p:txBody>
      </p:sp>
      <p:sp>
        <p:nvSpPr>
          <p:cNvPr id="20" name="Text 18"/>
          <p:cNvSpPr/>
          <p:nvPr/>
        </p:nvSpPr>
        <p:spPr>
          <a:xfrm>
            <a:off x="6263640" y="1828800"/>
            <a:ext cx="5074920" cy="4206240"/>
          </a:xfrm>
          <a:prstGeom prst="rect">
            <a:avLst/>
          </a:prstGeom>
          <a:noFill/>
          <a:ln/>
        </p:spPr>
        <p:txBody>
          <a:bodyPr wrap="square" lIns="0" tIns="0" rIns="0" bIns="0" rtlCol="0" anchor="t"/>
          <a:lstStyle/>
          <a:p>
            <a:pPr marL="0" indent="0" algn="l">
              <a:lnSpc>
                <a:spcPct val="135000"/>
              </a:lnSpc>
              <a:buNone/>
            </a:pPr>
            <a:r>
              <a:rPr lang="en-US" sz="1550" dirty="0">
                <a:solidFill>
                  <a:srgbClr val="3B1F12"/>
                </a:solidFill>
                <a:latin typeface="Latha" pitchFamily="34" charset="0"/>
                <a:ea typeface="Latha" pitchFamily="34" charset="-122"/>
                <a:cs typeface="Latha" pitchFamily="34" charset="-120"/>
              </a:rPr>
              <a:t>கருணை முருகனைப் போற்றி, தங்கக் காவடியைத் தோளின்மேல் ஏற்றி, கனலில் உருகும் மெழுகு போல உருகி வரும் பக்தர்கள் யாராயினும், இம்மையிலும் மறுமையிலும் நன்மையைக் காண்பர்; இன்பமும் அடைவர்.</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1">
    <p:bg>
      <p:bgPr>
        <a:solidFill>
          <a:srgbClr val="FBF3E1"/>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C9962C">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C9962C">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C9962C">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C9962C">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C9962C">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C9962C">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C9962C">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C9962C">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C9962C">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C9962C">
              <a:alpha val="75000"/>
            </a:srgbClr>
          </a:solidFill>
          <a:ln/>
        </p:spPr>
        <p:txBody>
          <a:bodyPr/>
          <a:lstStyle/>
          <a:p>
            <a:endParaRPr lang="en-IN"/>
          </a:p>
        </p:txBody>
      </p:sp>
      <p:sp>
        <p:nvSpPr>
          <p:cNvPr id="12" name="Shape 10"/>
          <p:cNvSpPr/>
          <p:nvPr/>
        </p:nvSpPr>
        <p:spPr>
          <a:xfrm>
            <a:off x="548640" y="457200"/>
            <a:ext cx="2377440" cy="457200"/>
          </a:xfrm>
          <a:prstGeom prst="roundRect">
            <a:avLst>
              <a:gd name="adj" fmla="val 50000"/>
            </a:avLst>
          </a:prstGeom>
          <a:solidFill>
            <a:srgbClr val="6E1423"/>
          </a:solidFill>
          <a:ln/>
        </p:spPr>
        <p:txBody>
          <a:bodyPr/>
          <a:lstStyle/>
          <a:p>
            <a:endParaRPr lang="en-IN"/>
          </a:p>
        </p:txBody>
      </p:sp>
      <p:sp>
        <p:nvSpPr>
          <p:cNvPr id="13" name="Text 11"/>
          <p:cNvSpPr/>
          <p:nvPr/>
        </p:nvSpPr>
        <p:spPr>
          <a:xfrm>
            <a:off x="548640" y="457200"/>
            <a:ext cx="2377440" cy="457200"/>
          </a:xfrm>
          <a:prstGeom prst="rect">
            <a:avLst/>
          </a:prstGeom>
          <a:noFill/>
          <a:ln/>
        </p:spPr>
        <p:txBody>
          <a:bodyPr wrap="square" lIns="0" tIns="0" rIns="0" bIns="0" rtlCol="0" anchor="ctr"/>
          <a:lstStyle/>
          <a:p>
            <a:pPr marL="0" indent="0" algn="ctr">
              <a:buNone/>
            </a:pPr>
            <a:r>
              <a:rPr lang="en-US" sz="1400" b="1" dirty="0">
                <a:solidFill>
                  <a:srgbClr val="FBF3E1"/>
                </a:solidFill>
                <a:latin typeface="Latha" pitchFamily="34" charset="0"/>
                <a:ea typeface="Latha" pitchFamily="34" charset="-122"/>
                <a:cs typeface="Latha" pitchFamily="34" charset="-120"/>
              </a:rPr>
              <a:t>துணைக் குறிப்புகள்</a:t>
            </a:r>
            <a:endParaRPr lang="en-US" sz="1400" dirty="0"/>
          </a:p>
        </p:txBody>
      </p:sp>
      <p:sp>
        <p:nvSpPr>
          <p:cNvPr id="14" name="Shape 12"/>
          <p:cNvSpPr/>
          <p:nvPr/>
        </p:nvSpPr>
        <p:spPr>
          <a:xfrm>
            <a:off x="10561320" y="365760"/>
            <a:ext cx="1005840" cy="1005840"/>
          </a:xfrm>
          <a:prstGeom prst="ellipse">
            <a:avLst/>
          </a:prstGeom>
          <a:solidFill>
            <a:srgbClr val="E3B341">
              <a:alpha val="85000"/>
            </a:srgbClr>
          </a:solidFill>
          <a:ln w="19050">
            <a:solidFill>
              <a:srgbClr val="C9962C"/>
            </a:solidFill>
            <a:prstDash val="solid"/>
          </a:ln>
        </p:spPr>
        <p:txBody>
          <a:bodyPr/>
          <a:lstStyle/>
          <a:p>
            <a:endParaRPr lang="en-IN"/>
          </a:p>
        </p:txBody>
      </p:sp>
      <p:sp>
        <p:nvSpPr>
          <p:cNvPr id="15" name="Shape 13"/>
          <p:cNvSpPr/>
          <p:nvPr/>
        </p:nvSpPr>
        <p:spPr>
          <a:xfrm>
            <a:off x="10744200" y="548640"/>
            <a:ext cx="640080" cy="640080"/>
          </a:xfrm>
          <a:prstGeom prst="ellipse">
            <a:avLst/>
          </a:prstGeom>
          <a:solidFill>
            <a:srgbClr val="6E1423"/>
          </a:solidFill>
          <a:ln/>
        </p:spPr>
        <p:txBody>
          <a:bodyPr/>
          <a:lstStyle/>
          <a:p>
            <a:endParaRPr lang="en-IN"/>
          </a:p>
        </p:txBody>
      </p:sp>
      <p:sp>
        <p:nvSpPr>
          <p:cNvPr id="16" name="Text 14"/>
          <p:cNvSpPr/>
          <p:nvPr/>
        </p:nvSpPr>
        <p:spPr>
          <a:xfrm>
            <a:off x="548640" y="1143000"/>
            <a:ext cx="11064240" cy="822960"/>
          </a:xfrm>
          <a:prstGeom prst="rect">
            <a:avLst/>
          </a:prstGeom>
          <a:noFill/>
          <a:ln/>
        </p:spPr>
        <p:txBody>
          <a:bodyPr wrap="square" lIns="0" tIns="0" rIns="0" bIns="0" rtlCol="0" anchor="ctr"/>
          <a:lstStyle/>
          <a:p>
            <a:pPr marL="0" indent="0" algn="l">
              <a:buNone/>
            </a:pPr>
            <a:r>
              <a:rPr lang="en-US" sz="3200" b="1" dirty="0">
                <a:solidFill>
                  <a:srgbClr val="6E1423"/>
                </a:solidFill>
                <a:latin typeface="Latha" pitchFamily="34" charset="0"/>
                <a:ea typeface="Latha" pitchFamily="34" charset="-122"/>
                <a:cs typeface="Latha" pitchFamily="34" charset="-120"/>
              </a:rPr>
              <a:t>சொல்லும் பொருளும்</a:t>
            </a:r>
            <a:endParaRPr lang="en-US" sz="3200" dirty="0"/>
          </a:p>
        </p:txBody>
      </p:sp>
      <p:sp>
        <p:nvSpPr>
          <p:cNvPr id="17" name="Text 15"/>
          <p:cNvSpPr/>
          <p:nvPr/>
        </p:nvSpPr>
        <p:spPr>
          <a:xfrm>
            <a:off x="548640" y="2057400"/>
            <a:ext cx="11064240" cy="4114800"/>
          </a:xfrm>
          <a:prstGeom prst="rect">
            <a:avLst/>
          </a:prstGeom>
          <a:noFill/>
          <a:ln/>
        </p:spPr>
        <p:txBody>
          <a:bodyPr wrap="square" lIns="0" tIns="0" rIns="0" bIns="0" rtlCol="0" anchor="t"/>
          <a:lstStyle/>
          <a:p>
            <a:pPr marL="0" indent="0" algn="l">
              <a:lnSpc>
                <a:spcPct val="125000"/>
              </a:lnSpc>
              <a:spcAft>
                <a:spcPts val="1400"/>
              </a:spcAft>
              <a:buNone/>
            </a:pPr>
            <a:r>
              <a:rPr lang="en-US" sz="1600" dirty="0">
                <a:solidFill>
                  <a:srgbClr val="3B1F12"/>
                </a:solidFill>
                <a:latin typeface="Latha" pitchFamily="34" charset="0"/>
                <a:ea typeface="Latha" pitchFamily="34" charset="-122"/>
                <a:cs typeface="Latha" pitchFamily="34" charset="-120"/>
              </a:rPr>
              <a:t>புயம் – தோள்;   வரை – மலை;   வன்னம் – அழகு;   கழுகாசலம் – கழுகு மலை;   துஜஸ் தம்பம் – கொடி மரம்;</a:t>
            </a:r>
            <a:endParaRPr lang="en-US" sz="1600" dirty="0"/>
          </a:p>
          <a:p>
            <a:pPr marL="0" indent="0" algn="l">
              <a:lnSpc>
                <a:spcPct val="125000"/>
              </a:lnSpc>
              <a:spcAft>
                <a:spcPts val="1400"/>
              </a:spcAft>
              <a:buNone/>
            </a:pPr>
            <a:r>
              <a:rPr lang="en-US" sz="1600" dirty="0">
                <a:solidFill>
                  <a:srgbClr val="3B1F12"/>
                </a:solidFill>
                <a:latin typeface="Latha" pitchFamily="34" charset="0"/>
                <a:ea typeface="Latha" pitchFamily="34" charset="-122"/>
                <a:cs typeface="Latha" pitchFamily="34" charset="-120"/>
              </a:rPr>
              <a:t>சலராசி – கடலில் வாழும் மீன் முதலிய உயிர்கள்;   விலாசம் – அழகு;   நூபுரம் – சிலம்பு;</a:t>
            </a:r>
            <a:endParaRPr lang="en-US" sz="1600" dirty="0"/>
          </a:p>
          <a:p>
            <a:pPr marL="0" indent="0" algn="l">
              <a:lnSpc>
                <a:spcPct val="125000"/>
              </a:lnSpc>
              <a:spcAft>
                <a:spcPts val="1400"/>
              </a:spcAft>
              <a:buNone/>
            </a:pPr>
            <a:r>
              <a:rPr lang="en-US" sz="1600" dirty="0">
                <a:solidFill>
                  <a:srgbClr val="3B1F12"/>
                </a:solidFill>
                <a:latin typeface="Latha" pitchFamily="34" charset="0"/>
                <a:ea typeface="Latha" pitchFamily="34" charset="-122"/>
                <a:cs typeface="Latha" pitchFamily="34" charset="-120"/>
              </a:rPr>
              <a:t>மாசுணம் – பாம்பு;   இஞ்சி – மதில்;   புயல் – மேகம்;   கறங்கும் – சுழலும்.</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2">
    <p:bg>
      <p:bgPr>
        <a:solidFill>
          <a:srgbClr val="FBF3E1"/>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C9962C">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C9962C">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C9962C">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C9962C">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C9962C">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C9962C">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C9962C">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C9962C">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C9962C">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C9962C">
              <a:alpha val="75000"/>
            </a:srgbClr>
          </a:solidFill>
          <a:ln/>
        </p:spPr>
        <p:txBody>
          <a:bodyPr/>
          <a:lstStyle/>
          <a:p>
            <a:endParaRPr lang="en-IN"/>
          </a:p>
        </p:txBody>
      </p:sp>
      <p:sp>
        <p:nvSpPr>
          <p:cNvPr id="12" name="Shape 10"/>
          <p:cNvSpPr/>
          <p:nvPr/>
        </p:nvSpPr>
        <p:spPr>
          <a:xfrm>
            <a:off x="548640" y="457200"/>
            <a:ext cx="2377440" cy="457200"/>
          </a:xfrm>
          <a:prstGeom prst="roundRect">
            <a:avLst>
              <a:gd name="adj" fmla="val 50000"/>
            </a:avLst>
          </a:prstGeom>
          <a:solidFill>
            <a:srgbClr val="6E1423"/>
          </a:solidFill>
          <a:ln/>
        </p:spPr>
        <p:txBody>
          <a:bodyPr/>
          <a:lstStyle/>
          <a:p>
            <a:endParaRPr lang="en-IN"/>
          </a:p>
        </p:txBody>
      </p:sp>
      <p:sp>
        <p:nvSpPr>
          <p:cNvPr id="13" name="Text 11"/>
          <p:cNvSpPr/>
          <p:nvPr/>
        </p:nvSpPr>
        <p:spPr>
          <a:xfrm>
            <a:off x="548640" y="457200"/>
            <a:ext cx="2377440" cy="457200"/>
          </a:xfrm>
          <a:prstGeom prst="rect">
            <a:avLst/>
          </a:prstGeom>
          <a:noFill/>
          <a:ln/>
        </p:spPr>
        <p:txBody>
          <a:bodyPr wrap="square" lIns="0" tIns="0" rIns="0" bIns="0" rtlCol="0" anchor="ctr"/>
          <a:lstStyle/>
          <a:p>
            <a:pPr marL="0" indent="0" algn="ctr">
              <a:buNone/>
            </a:pPr>
            <a:r>
              <a:rPr lang="en-US" sz="1400" b="1" dirty="0">
                <a:solidFill>
                  <a:srgbClr val="FBF3E1"/>
                </a:solidFill>
                <a:latin typeface="Latha" pitchFamily="34" charset="0"/>
                <a:ea typeface="Latha" pitchFamily="34" charset="-122"/>
                <a:cs typeface="Latha" pitchFamily="34" charset="-120"/>
              </a:rPr>
              <a:t>இலக்கணப் பகுதி</a:t>
            </a:r>
            <a:endParaRPr lang="en-US" sz="1400" dirty="0"/>
          </a:p>
        </p:txBody>
      </p:sp>
      <p:sp>
        <p:nvSpPr>
          <p:cNvPr id="14" name="Shape 12"/>
          <p:cNvSpPr/>
          <p:nvPr/>
        </p:nvSpPr>
        <p:spPr>
          <a:xfrm>
            <a:off x="10561320" y="365760"/>
            <a:ext cx="1005840" cy="1005840"/>
          </a:xfrm>
          <a:prstGeom prst="ellipse">
            <a:avLst/>
          </a:prstGeom>
          <a:solidFill>
            <a:srgbClr val="E3B341">
              <a:alpha val="85000"/>
            </a:srgbClr>
          </a:solidFill>
          <a:ln w="19050">
            <a:solidFill>
              <a:srgbClr val="C9962C"/>
            </a:solidFill>
            <a:prstDash val="solid"/>
          </a:ln>
        </p:spPr>
        <p:txBody>
          <a:bodyPr/>
          <a:lstStyle/>
          <a:p>
            <a:endParaRPr lang="en-IN"/>
          </a:p>
        </p:txBody>
      </p:sp>
      <p:sp>
        <p:nvSpPr>
          <p:cNvPr id="15" name="Shape 13"/>
          <p:cNvSpPr/>
          <p:nvPr/>
        </p:nvSpPr>
        <p:spPr>
          <a:xfrm>
            <a:off x="10744200" y="548640"/>
            <a:ext cx="640080" cy="640080"/>
          </a:xfrm>
          <a:prstGeom prst="ellipse">
            <a:avLst/>
          </a:prstGeom>
          <a:solidFill>
            <a:srgbClr val="6E1423"/>
          </a:solidFill>
          <a:ln/>
        </p:spPr>
        <p:txBody>
          <a:bodyPr/>
          <a:lstStyle/>
          <a:p>
            <a:endParaRPr lang="en-IN"/>
          </a:p>
        </p:txBody>
      </p:sp>
      <p:sp>
        <p:nvSpPr>
          <p:cNvPr id="16" name="Text 14"/>
          <p:cNvSpPr/>
          <p:nvPr/>
        </p:nvSpPr>
        <p:spPr>
          <a:xfrm>
            <a:off x="548640" y="1143000"/>
            <a:ext cx="11064240" cy="822960"/>
          </a:xfrm>
          <a:prstGeom prst="rect">
            <a:avLst/>
          </a:prstGeom>
          <a:noFill/>
          <a:ln/>
        </p:spPr>
        <p:txBody>
          <a:bodyPr wrap="square" lIns="0" tIns="0" rIns="0" bIns="0" rtlCol="0" anchor="ctr"/>
          <a:lstStyle/>
          <a:p>
            <a:pPr marL="0" indent="0" algn="l">
              <a:buNone/>
            </a:pPr>
            <a:r>
              <a:rPr lang="en-US" sz="3200" b="1" dirty="0">
                <a:solidFill>
                  <a:srgbClr val="6E1423"/>
                </a:solidFill>
                <a:latin typeface="Latha" pitchFamily="34" charset="0"/>
                <a:ea typeface="Latha" pitchFamily="34" charset="-122"/>
                <a:cs typeface="Latha" pitchFamily="34" charset="-120"/>
              </a:rPr>
              <a:t>இலக்கணக்குறிப்பு</a:t>
            </a:r>
            <a:endParaRPr lang="en-US" sz="3200" dirty="0"/>
          </a:p>
        </p:txBody>
      </p:sp>
      <p:sp>
        <p:nvSpPr>
          <p:cNvPr id="17" name="Text 15"/>
          <p:cNvSpPr/>
          <p:nvPr/>
        </p:nvSpPr>
        <p:spPr>
          <a:xfrm>
            <a:off x="548640" y="2057400"/>
            <a:ext cx="11064240" cy="4114800"/>
          </a:xfrm>
          <a:prstGeom prst="rect">
            <a:avLst/>
          </a:prstGeom>
          <a:noFill/>
          <a:ln/>
        </p:spPr>
        <p:txBody>
          <a:bodyPr wrap="square" lIns="0" tIns="0" rIns="0" bIns="0" rtlCol="0" anchor="t"/>
          <a:lstStyle/>
          <a:p>
            <a:pPr marL="0" indent="0" algn="l">
              <a:lnSpc>
                <a:spcPct val="125000"/>
              </a:lnSpc>
              <a:spcAft>
                <a:spcPts val="1400"/>
              </a:spcAft>
              <a:buNone/>
            </a:pPr>
            <a:r>
              <a:rPr lang="en-US" sz="1600" dirty="0">
                <a:solidFill>
                  <a:srgbClr val="3B1F12"/>
                </a:solidFill>
                <a:latin typeface="Latha" pitchFamily="34" charset="0"/>
                <a:ea typeface="Latha" pitchFamily="34" charset="-122"/>
                <a:cs typeface="Latha" pitchFamily="34" charset="-120"/>
              </a:rPr>
              <a:t>தாவி  —  வினையெச்சம்</a:t>
            </a:r>
            <a:endParaRPr lang="en-US" sz="1600" dirty="0"/>
          </a:p>
          <a:p>
            <a:pPr marL="0" indent="0" algn="l">
              <a:lnSpc>
                <a:spcPct val="125000"/>
              </a:lnSpc>
              <a:spcAft>
                <a:spcPts val="1400"/>
              </a:spcAft>
              <a:buNone/>
            </a:pPr>
            <a:r>
              <a:rPr lang="en-US" sz="1600" dirty="0">
                <a:solidFill>
                  <a:srgbClr val="3B1F12"/>
                </a:solidFill>
                <a:latin typeface="Latha" pitchFamily="34" charset="0"/>
                <a:ea typeface="Latha" pitchFamily="34" charset="-122"/>
                <a:cs typeface="Latha" pitchFamily="34" charset="-120"/>
              </a:rPr>
              <a:t>மாதே  —  விளி</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3">
    <p:bg>
      <p:bgPr>
        <a:solidFill>
          <a:srgbClr val="FBF3E1"/>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C9962C">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C9962C">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C9962C">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C9962C">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C9962C">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C9962C">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C9962C">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C9962C">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C9962C">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C9962C">
              <a:alpha val="75000"/>
            </a:srgbClr>
          </a:solidFill>
          <a:ln/>
        </p:spPr>
        <p:txBody>
          <a:bodyPr/>
          <a:lstStyle/>
          <a:p>
            <a:endParaRPr lang="en-IN"/>
          </a:p>
        </p:txBody>
      </p:sp>
      <p:sp>
        <p:nvSpPr>
          <p:cNvPr id="12" name="Shape 10"/>
          <p:cNvSpPr/>
          <p:nvPr/>
        </p:nvSpPr>
        <p:spPr>
          <a:xfrm>
            <a:off x="548640" y="457200"/>
            <a:ext cx="2377440" cy="457200"/>
          </a:xfrm>
          <a:prstGeom prst="roundRect">
            <a:avLst>
              <a:gd name="adj" fmla="val 50000"/>
            </a:avLst>
          </a:prstGeom>
          <a:solidFill>
            <a:srgbClr val="6E1423"/>
          </a:solidFill>
          <a:ln/>
        </p:spPr>
        <p:txBody>
          <a:bodyPr/>
          <a:lstStyle/>
          <a:p>
            <a:endParaRPr lang="en-IN"/>
          </a:p>
        </p:txBody>
      </p:sp>
      <p:sp>
        <p:nvSpPr>
          <p:cNvPr id="13" name="Text 11"/>
          <p:cNvSpPr/>
          <p:nvPr/>
        </p:nvSpPr>
        <p:spPr>
          <a:xfrm>
            <a:off x="548640" y="457200"/>
            <a:ext cx="2377440" cy="457200"/>
          </a:xfrm>
          <a:prstGeom prst="rect">
            <a:avLst/>
          </a:prstGeom>
          <a:noFill/>
          <a:ln/>
        </p:spPr>
        <p:txBody>
          <a:bodyPr wrap="square" lIns="0" tIns="0" rIns="0" bIns="0" rtlCol="0" anchor="ctr"/>
          <a:lstStyle/>
          <a:p>
            <a:pPr marL="0" indent="0" algn="ctr">
              <a:buNone/>
            </a:pPr>
            <a:r>
              <a:rPr lang="en-US" sz="1400" b="1" dirty="0">
                <a:solidFill>
                  <a:srgbClr val="FBF3E1"/>
                </a:solidFill>
                <a:latin typeface="Latha" pitchFamily="34" charset="0"/>
                <a:ea typeface="Latha" pitchFamily="34" charset="-122"/>
                <a:cs typeface="Latha" pitchFamily="34" charset="-120"/>
              </a:rPr>
              <a:t>இலக்கணப் பகுதி</a:t>
            </a:r>
            <a:endParaRPr lang="en-US" sz="1400" dirty="0"/>
          </a:p>
        </p:txBody>
      </p:sp>
      <p:sp>
        <p:nvSpPr>
          <p:cNvPr id="14" name="Shape 12"/>
          <p:cNvSpPr/>
          <p:nvPr/>
        </p:nvSpPr>
        <p:spPr>
          <a:xfrm>
            <a:off x="10561320" y="365760"/>
            <a:ext cx="1005840" cy="1005840"/>
          </a:xfrm>
          <a:prstGeom prst="ellipse">
            <a:avLst/>
          </a:prstGeom>
          <a:solidFill>
            <a:srgbClr val="E3B341">
              <a:alpha val="85000"/>
            </a:srgbClr>
          </a:solidFill>
          <a:ln w="19050">
            <a:solidFill>
              <a:srgbClr val="C9962C"/>
            </a:solidFill>
            <a:prstDash val="solid"/>
          </a:ln>
        </p:spPr>
        <p:txBody>
          <a:bodyPr/>
          <a:lstStyle/>
          <a:p>
            <a:endParaRPr lang="en-IN"/>
          </a:p>
        </p:txBody>
      </p:sp>
      <p:sp>
        <p:nvSpPr>
          <p:cNvPr id="15" name="Shape 13"/>
          <p:cNvSpPr/>
          <p:nvPr/>
        </p:nvSpPr>
        <p:spPr>
          <a:xfrm>
            <a:off x="10744200" y="548640"/>
            <a:ext cx="640080" cy="640080"/>
          </a:xfrm>
          <a:prstGeom prst="ellipse">
            <a:avLst/>
          </a:prstGeom>
          <a:solidFill>
            <a:srgbClr val="6E1423"/>
          </a:solidFill>
          <a:ln/>
        </p:spPr>
        <p:txBody>
          <a:bodyPr/>
          <a:lstStyle/>
          <a:p>
            <a:endParaRPr lang="en-IN"/>
          </a:p>
        </p:txBody>
      </p:sp>
      <p:sp>
        <p:nvSpPr>
          <p:cNvPr id="16" name="Text 14"/>
          <p:cNvSpPr/>
          <p:nvPr/>
        </p:nvSpPr>
        <p:spPr>
          <a:xfrm>
            <a:off x="548640" y="1143000"/>
            <a:ext cx="11064240" cy="822960"/>
          </a:xfrm>
          <a:prstGeom prst="rect">
            <a:avLst/>
          </a:prstGeom>
          <a:noFill/>
          <a:ln/>
        </p:spPr>
        <p:txBody>
          <a:bodyPr wrap="square" lIns="0" tIns="0" rIns="0" bIns="0" rtlCol="0" anchor="ctr"/>
          <a:lstStyle/>
          <a:p>
            <a:pPr marL="0" indent="0" algn="l">
              <a:buNone/>
            </a:pPr>
            <a:r>
              <a:rPr lang="en-US" sz="3200" b="1" dirty="0">
                <a:solidFill>
                  <a:srgbClr val="6E1423"/>
                </a:solidFill>
                <a:latin typeface="Latha" pitchFamily="34" charset="0"/>
                <a:ea typeface="Latha" pitchFamily="34" charset="-122"/>
                <a:cs typeface="Latha" pitchFamily="34" charset="-120"/>
              </a:rPr>
              <a:t>பகுபத உறுப்பிலக்கணம்</a:t>
            </a:r>
            <a:endParaRPr lang="en-US" sz="3200" dirty="0"/>
          </a:p>
        </p:txBody>
      </p:sp>
      <p:sp>
        <p:nvSpPr>
          <p:cNvPr id="17" name="Text 15"/>
          <p:cNvSpPr/>
          <p:nvPr/>
        </p:nvSpPr>
        <p:spPr>
          <a:xfrm>
            <a:off x="548640" y="2057400"/>
            <a:ext cx="11064240" cy="4114800"/>
          </a:xfrm>
          <a:prstGeom prst="rect">
            <a:avLst/>
          </a:prstGeom>
          <a:noFill/>
          <a:ln/>
        </p:spPr>
        <p:txBody>
          <a:bodyPr wrap="square" lIns="0" tIns="0" rIns="0" bIns="0" rtlCol="0" anchor="t"/>
          <a:lstStyle/>
          <a:p>
            <a:pPr marL="0" indent="0" algn="l">
              <a:lnSpc>
                <a:spcPct val="125000"/>
              </a:lnSpc>
              <a:spcAft>
                <a:spcPts val="1400"/>
              </a:spcAft>
              <a:buNone/>
            </a:pPr>
            <a:r>
              <a:rPr lang="en-US" sz="1600" dirty="0">
                <a:solidFill>
                  <a:srgbClr val="3B1F12"/>
                </a:solidFill>
                <a:latin typeface="Latha" pitchFamily="34" charset="0"/>
                <a:ea typeface="Latha" pitchFamily="34" charset="-122"/>
                <a:cs typeface="Latha" pitchFamily="34" charset="-120"/>
              </a:rPr>
              <a:t>வருகின்ற  =  வா (வரு) + கின்று + அ</a:t>
            </a:r>
            <a:endParaRPr lang="en-US" sz="1600" dirty="0"/>
          </a:p>
          <a:p>
            <a:pPr marL="0" indent="0" algn="l">
              <a:lnSpc>
                <a:spcPct val="125000"/>
              </a:lnSpc>
              <a:spcAft>
                <a:spcPts val="1400"/>
              </a:spcAft>
              <a:buNone/>
            </a:pPr>
            <a:r>
              <a:rPr lang="en-US" sz="1600" dirty="0">
                <a:solidFill>
                  <a:srgbClr val="3B1F12"/>
                </a:solidFill>
                <a:latin typeface="Latha" pitchFamily="34" charset="0"/>
                <a:ea typeface="Latha" pitchFamily="34" charset="-122"/>
                <a:cs typeface="Latha" pitchFamily="34" charset="-120"/>
              </a:rPr>
              <a:t>வா  —  பகுதி (வரு எனத் திரிந்தது விகாரம்)</a:t>
            </a:r>
            <a:endParaRPr lang="en-US" sz="1600" dirty="0"/>
          </a:p>
          <a:p>
            <a:pPr marL="0" indent="0" algn="l">
              <a:lnSpc>
                <a:spcPct val="125000"/>
              </a:lnSpc>
              <a:spcAft>
                <a:spcPts val="1400"/>
              </a:spcAft>
              <a:buNone/>
            </a:pPr>
            <a:r>
              <a:rPr lang="en-US" sz="1600" dirty="0">
                <a:solidFill>
                  <a:srgbClr val="3B1F12"/>
                </a:solidFill>
                <a:latin typeface="Latha" pitchFamily="34" charset="0"/>
                <a:ea typeface="Latha" pitchFamily="34" charset="-122"/>
                <a:cs typeface="Latha" pitchFamily="34" charset="-120"/>
              </a:rPr>
              <a:t>கின்று  —  நிகழ்கால இடைநிலை</a:t>
            </a:r>
            <a:endParaRPr lang="en-US" sz="1600" dirty="0"/>
          </a:p>
          <a:p>
            <a:pPr marL="0" indent="0" algn="l">
              <a:lnSpc>
                <a:spcPct val="125000"/>
              </a:lnSpc>
              <a:spcAft>
                <a:spcPts val="1400"/>
              </a:spcAft>
              <a:buNone/>
            </a:pPr>
            <a:r>
              <a:rPr lang="en-US" sz="1600" dirty="0">
                <a:solidFill>
                  <a:srgbClr val="3B1F12"/>
                </a:solidFill>
                <a:latin typeface="Latha" pitchFamily="34" charset="0"/>
                <a:ea typeface="Latha" pitchFamily="34" charset="-122"/>
                <a:cs typeface="Latha" pitchFamily="34" charset="-120"/>
              </a:rPr>
              <a:t>அ  —  பெயரெச்ச விகுதி</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4">
    <p:bg>
      <p:bgPr>
        <a:solidFill>
          <a:srgbClr val="FBF3E1"/>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C9962C">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C9962C">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C9962C">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C9962C">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C9962C">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C9962C">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C9962C">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C9962C">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C9962C">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C9962C">
              <a:alpha val="75000"/>
            </a:srgbClr>
          </a:solidFill>
          <a:ln/>
        </p:spPr>
        <p:txBody>
          <a:bodyPr/>
          <a:lstStyle/>
          <a:p>
            <a:endParaRPr lang="en-IN"/>
          </a:p>
        </p:txBody>
      </p:sp>
      <p:sp>
        <p:nvSpPr>
          <p:cNvPr id="12" name="Shape 10"/>
          <p:cNvSpPr/>
          <p:nvPr/>
        </p:nvSpPr>
        <p:spPr>
          <a:xfrm>
            <a:off x="548640" y="457200"/>
            <a:ext cx="2377440" cy="457200"/>
          </a:xfrm>
          <a:prstGeom prst="roundRect">
            <a:avLst>
              <a:gd name="adj" fmla="val 50000"/>
            </a:avLst>
          </a:prstGeom>
          <a:solidFill>
            <a:srgbClr val="6E1423"/>
          </a:solidFill>
          <a:ln/>
        </p:spPr>
        <p:txBody>
          <a:bodyPr/>
          <a:lstStyle/>
          <a:p>
            <a:endParaRPr lang="en-IN"/>
          </a:p>
        </p:txBody>
      </p:sp>
      <p:sp>
        <p:nvSpPr>
          <p:cNvPr id="13" name="Text 11"/>
          <p:cNvSpPr/>
          <p:nvPr/>
        </p:nvSpPr>
        <p:spPr>
          <a:xfrm>
            <a:off x="548640" y="457200"/>
            <a:ext cx="2377440" cy="457200"/>
          </a:xfrm>
          <a:prstGeom prst="rect">
            <a:avLst/>
          </a:prstGeom>
          <a:noFill/>
          <a:ln/>
        </p:spPr>
        <p:txBody>
          <a:bodyPr wrap="square" lIns="0" tIns="0" rIns="0" bIns="0" rtlCol="0" anchor="ctr"/>
          <a:lstStyle/>
          <a:p>
            <a:pPr marL="0" indent="0" algn="ctr">
              <a:buNone/>
            </a:pPr>
            <a:r>
              <a:rPr lang="en-US" sz="1400" b="1" dirty="0">
                <a:solidFill>
                  <a:srgbClr val="FBF3E1"/>
                </a:solidFill>
                <a:latin typeface="Latha" pitchFamily="34" charset="0"/>
                <a:ea typeface="Latha" pitchFamily="34" charset="-122"/>
                <a:cs typeface="Latha" pitchFamily="34" charset="-120"/>
              </a:rPr>
              <a:t>இலக்கணப் பகுதி</a:t>
            </a:r>
            <a:endParaRPr lang="en-US" sz="1400" dirty="0"/>
          </a:p>
        </p:txBody>
      </p:sp>
      <p:sp>
        <p:nvSpPr>
          <p:cNvPr id="14" name="Shape 12"/>
          <p:cNvSpPr/>
          <p:nvPr/>
        </p:nvSpPr>
        <p:spPr>
          <a:xfrm>
            <a:off x="10561320" y="365760"/>
            <a:ext cx="1005840" cy="1005840"/>
          </a:xfrm>
          <a:prstGeom prst="ellipse">
            <a:avLst/>
          </a:prstGeom>
          <a:solidFill>
            <a:srgbClr val="E3B341">
              <a:alpha val="85000"/>
            </a:srgbClr>
          </a:solidFill>
          <a:ln w="19050">
            <a:solidFill>
              <a:srgbClr val="C9962C"/>
            </a:solidFill>
            <a:prstDash val="solid"/>
          </a:ln>
        </p:spPr>
        <p:txBody>
          <a:bodyPr/>
          <a:lstStyle/>
          <a:p>
            <a:endParaRPr lang="en-IN"/>
          </a:p>
        </p:txBody>
      </p:sp>
      <p:sp>
        <p:nvSpPr>
          <p:cNvPr id="15" name="Shape 13"/>
          <p:cNvSpPr/>
          <p:nvPr/>
        </p:nvSpPr>
        <p:spPr>
          <a:xfrm>
            <a:off x="10744200" y="548640"/>
            <a:ext cx="640080" cy="640080"/>
          </a:xfrm>
          <a:prstGeom prst="ellipse">
            <a:avLst/>
          </a:prstGeom>
          <a:solidFill>
            <a:srgbClr val="6E1423"/>
          </a:solidFill>
          <a:ln/>
        </p:spPr>
        <p:txBody>
          <a:bodyPr/>
          <a:lstStyle/>
          <a:p>
            <a:endParaRPr lang="en-IN"/>
          </a:p>
        </p:txBody>
      </p:sp>
      <p:sp>
        <p:nvSpPr>
          <p:cNvPr id="16" name="Text 14"/>
          <p:cNvSpPr/>
          <p:nvPr/>
        </p:nvSpPr>
        <p:spPr>
          <a:xfrm>
            <a:off x="548640" y="1143000"/>
            <a:ext cx="11064240" cy="822960"/>
          </a:xfrm>
          <a:prstGeom prst="rect">
            <a:avLst/>
          </a:prstGeom>
          <a:noFill/>
          <a:ln/>
        </p:spPr>
        <p:txBody>
          <a:bodyPr wrap="square" lIns="0" tIns="0" rIns="0" bIns="0" rtlCol="0" anchor="ctr"/>
          <a:lstStyle/>
          <a:p>
            <a:pPr marL="0" indent="0" algn="l">
              <a:buNone/>
            </a:pPr>
            <a:r>
              <a:rPr lang="en-US" sz="3200" b="1" dirty="0">
                <a:solidFill>
                  <a:srgbClr val="6E1423"/>
                </a:solidFill>
                <a:latin typeface="Latha" pitchFamily="34" charset="0"/>
                <a:ea typeface="Latha" pitchFamily="34" charset="-122"/>
                <a:cs typeface="Latha" pitchFamily="34" charset="-120"/>
              </a:rPr>
              <a:t>புணர்ச்சி விதி</a:t>
            </a:r>
            <a:endParaRPr lang="en-US" sz="3200" dirty="0"/>
          </a:p>
        </p:txBody>
      </p:sp>
      <p:sp>
        <p:nvSpPr>
          <p:cNvPr id="17" name="Text 15"/>
          <p:cNvSpPr/>
          <p:nvPr/>
        </p:nvSpPr>
        <p:spPr>
          <a:xfrm>
            <a:off x="548640" y="2057400"/>
            <a:ext cx="11064240" cy="4114800"/>
          </a:xfrm>
          <a:prstGeom prst="rect">
            <a:avLst/>
          </a:prstGeom>
          <a:noFill/>
          <a:ln/>
        </p:spPr>
        <p:txBody>
          <a:bodyPr wrap="square" lIns="0" tIns="0" rIns="0" bIns="0" rtlCol="0" anchor="t"/>
          <a:lstStyle/>
          <a:p>
            <a:pPr marL="0" indent="0" algn="l">
              <a:lnSpc>
                <a:spcPct val="125000"/>
              </a:lnSpc>
              <a:spcAft>
                <a:spcPts val="1400"/>
              </a:spcAft>
              <a:buNone/>
            </a:pPr>
            <a:r>
              <a:rPr lang="en-US" sz="1600" dirty="0">
                <a:solidFill>
                  <a:srgbClr val="3B1F12"/>
                </a:solidFill>
                <a:latin typeface="Latha" pitchFamily="34" charset="0"/>
                <a:ea typeface="Latha" pitchFamily="34" charset="-122"/>
                <a:cs typeface="Latha" pitchFamily="34" charset="-120"/>
              </a:rPr>
              <a:t>திருப்புகழ்  =  திரு + புகழ்</a:t>
            </a:r>
            <a:endParaRPr lang="en-US" sz="1600" dirty="0"/>
          </a:p>
          <a:p>
            <a:pPr marL="0" indent="0" algn="l">
              <a:lnSpc>
                <a:spcPct val="125000"/>
              </a:lnSpc>
              <a:spcAft>
                <a:spcPts val="1400"/>
              </a:spcAft>
              <a:buNone/>
            </a:pPr>
            <a:r>
              <a:rPr lang="en-US" sz="1600" dirty="0">
                <a:solidFill>
                  <a:srgbClr val="3B1F12"/>
                </a:solidFill>
                <a:latin typeface="Latha" pitchFamily="34" charset="0"/>
                <a:ea typeface="Latha" pitchFamily="34" charset="-122"/>
                <a:cs typeface="Latha" pitchFamily="34" charset="-120"/>
              </a:rPr>
              <a:t>விதி: ‘இயல்பினும் விதியினும் நின்ற உயிர் முன் கசதப மிகும்’  →  திருப்புகழ்</a:t>
            </a:r>
            <a:endParaRPr lang="en-US" sz="1600" dirty="0"/>
          </a:p>
          <a:p>
            <a:pPr marL="0" indent="0" algn="l">
              <a:lnSpc>
                <a:spcPct val="125000"/>
              </a:lnSpc>
              <a:spcAft>
                <a:spcPts val="1400"/>
              </a:spcAft>
              <a:buNone/>
            </a:pPr>
            <a:endParaRPr lang="en-US" sz="1600" dirty="0"/>
          </a:p>
          <a:p>
            <a:pPr marL="0" indent="0" algn="l">
              <a:lnSpc>
                <a:spcPct val="125000"/>
              </a:lnSpc>
              <a:spcAft>
                <a:spcPts val="1400"/>
              </a:spcAft>
              <a:buNone/>
            </a:pPr>
            <a:r>
              <a:rPr lang="en-US" sz="1600" dirty="0">
                <a:solidFill>
                  <a:srgbClr val="3B1F12"/>
                </a:solidFill>
                <a:latin typeface="Latha" pitchFamily="34" charset="0"/>
                <a:ea typeface="Latha" pitchFamily="34" charset="-122"/>
                <a:cs typeface="Latha" pitchFamily="34" charset="-120"/>
              </a:rPr>
              <a:t>உயர்ந்தோங்கும்  =  உயர்ந்து + ஓங்கும்</a:t>
            </a:r>
            <a:endParaRPr lang="en-US" sz="1600" dirty="0"/>
          </a:p>
          <a:p>
            <a:pPr marL="0" indent="0" algn="l">
              <a:lnSpc>
                <a:spcPct val="125000"/>
              </a:lnSpc>
              <a:spcAft>
                <a:spcPts val="1400"/>
              </a:spcAft>
              <a:buNone/>
            </a:pPr>
            <a:r>
              <a:rPr lang="en-US" sz="1600" dirty="0">
                <a:solidFill>
                  <a:srgbClr val="3B1F12"/>
                </a:solidFill>
                <a:latin typeface="Latha" pitchFamily="34" charset="0"/>
                <a:ea typeface="Latha" pitchFamily="34" charset="-122"/>
                <a:cs typeface="Latha" pitchFamily="34" charset="-120"/>
              </a:rPr>
              <a:t>விதி: ‘உயிர்வரின் உக்குறள் மெய் விட்டோடும்’  →  உயர்ந்த் + ஓங்கும்</a:t>
            </a:r>
            <a:endParaRPr lang="en-US" sz="1600" dirty="0"/>
          </a:p>
          <a:p>
            <a:pPr marL="0" indent="0" algn="l">
              <a:lnSpc>
                <a:spcPct val="125000"/>
              </a:lnSpc>
              <a:spcAft>
                <a:spcPts val="1400"/>
              </a:spcAft>
              <a:buNone/>
            </a:pPr>
            <a:r>
              <a:rPr lang="en-US" sz="1600" dirty="0">
                <a:solidFill>
                  <a:srgbClr val="3B1F12"/>
                </a:solidFill>
                <a:latin typeface="Latha" pitchFamily="34" charset="0"/>
                <a:ea typeface="Latha" pitchFamily="34" charset="-122"/>
                <a:cs typeface="Latha" pitchFamily="34" charset="-120"/>
              </a:rPr>
              <a:t>விதி: ‘உடல்மேல் உயிர் வந்து ஒன்றுவது இயல்பே’  →  உயர்ந்தோங்கும்</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5">
    <p:bg>
      <p:bgPr>
        <a:solidFill>
          <a:srgbClr val="FBF3E1"/>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C9962C">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C9962C">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C9962C">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C9962C">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C9962C">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C9962C">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C9962C">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C9962C">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C9962C">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C9962C">
              <a:alpha val="75000"/>
            </a:srgbClr>
          </a:solidFill>
          <a:ln/>
        </p:spPr>
        <p:txBody>
          <a:bodyPr/>
          <a:lstStyle/>
          <a:p>
            <a:endParaRPr lang="en-IN"/>
          </a:p>
        </p:txBody>
      </p:sp>
      <p:sp>
        <p:nvSpPr>
          <p:cNvPr id="12" name="Shape 10"/>
          <p:cNvSpPr/>
          <p:nvPr/>
        </p:nvSpPr>
        <p:spPr>
          <a:xfrm>
            <a:off x="548640" y="457200"/>
            <a:ext cx="2377440" cy="457200"/>
          </a:xfrm>
          <a:prstGeom prst="roundRect">
            <a:avLst>
              <a:gd name="adj" fmla="val 50000"/>
            </a:avLst>
          </a:prstGeom>
          <a:solidFill>
            <a:srgbClr val="6E1423"/>
          </a:solidFill>
          <a:ln/>
        </p:spPr>
        <p:txBody>
          <a:bodyPr/>
          <a:lstStyle/>
          <a:p>
            <a:endParaRPr lang="en-IN"/>
          </a:p>
        </p:txBody>
      </p:sp>
      <p:sp>
        <p:nvSpPr>
          <p:cNvPr id="13" name="Text 11"/>
          <p:cNvSpPr/>
          <p:nvPr/>
        </p:nvSpPr>
        <p:spPr>
          <a:xfrm>
            <a:off x="548640" y="457200"/>
            <a:ext cx="2377440" cy="457200"/>
          </a:xfrm>
          <a:prstGeom prst="rect">
            <a:avLst/>
          </a:prstGeom>
          <a:noFill/>
          <a:ln/>
        </p:spPr>
        <p:txBody>
          <a:bodyPr wrap="square" lIns="0" tIns="0" rIns="0" bIns="0" rtlCol="0" anchor="ctr"/>
          <a:lstStyle/>
          <a:p>
            <a:pPr marL="0" indent="0" algn="ctr">
              <a:buNone/>
            </a:pPr>
            <a:r>
              <a:rPr lang="en-US" sz="1400" b="1" dirty="0">
                <a:solidFill>
                  <a:srgbClr val="FBF3E1"/>
                </a:solidFill>
                <a:latin typeface="Latha" pitchFamily="34" charset="0"/>
                <a:ea typeface="Latha" pitchFamily="34" charset="-122"/>
                <a:cs typeface="Latha" pitchFamily="34" charset="-120"/>
              </a:rPr>
              <a:t>நூல் வெளி</a:t>
            </a:r>
            <a:endParaRPr lang="en-US" sz="1400" dirty="0"/>
          </a:p>
        </p:txBody>
      </p:sp>
      <p:sp>
        <p:nvSpPr>
          <p:cNvPr id="14" name="Shape 12"/>
          <p:cNvSpPr/>
          <p:nvPr/>
        </p:nvSpPr>
        <p:spPr>
          <a:xfrm>
            <a:off x="10561320" y="365760"/>
            <a:ext cx="1005840" cy="1005840"/>
          </a:xfrm>
          <a:prstGeom prst="ellipse">
            <a:avLst/>
          </a:prstGeom>
          <a:solidFill>
            <a:srgbClr val="E3B341">
              <a:alpha val="85000"/>
            </a:srgbClr>
          </a:solidFill>
          <a:ln w="19050">
            <a:solidFill>
              <a:srgbClr val="C9962C"/>
            </a:solidFill>
            <a:prstDash val="solid"/>
          </a:ln>
        </p:spPr>
        <p:txBody>
          <a:bodyPr/>
          <a:lstStyle/>
          <a:p>
            <a:endParaRPr lang="en-IN"/>
          </a:p>
        </p:txBody>
      </p:sp>
      <p:sp>
        <p:nvSpPr>
          <p:cNvPr id="15" name="Shape 13"/>
          <p:cNvSpPr/>
          <p:nvPr/>
        </p:nvSpPr>
        <p:spPr>
          <a:xfrm>
            <a:off x="10744200" y="548640"/>
            <a:ext cx="640080" cy="640080"/>
          </a:xfrm>
          <a:prstGeom prst="ellipse">
            <a:avLst/>
          </a:prstGeom>
          <a:solidFill>
            <a:srgbClr val="6E1423"/>
          </a:solidFill>
          <a:ln/>
        </p:spPr>
        <p:txBody>
          <a:bodyPr/>
          <a:lstStyle/>
          <a:p>
            <a:endParaRPr lang="en-IN"/>
          </a:p>
        </p:txBody>
      </p:sp>
      <p:sp>
        <p:nvSpPr>
          <p:cNvPr id="16" name="Text 14"/>
          <p:cNvSpPr/>
          <p:nvPr/>
        </p:nvSpPr>
        <p:spPr>
          <a:xfrm>
            <a:off x="548640" y="1143000"/>
            <a:ext cx="11064240" cy="822960"/>
          </a:xfrm>
          <a:prstGeom prst="rect">
            <a:avLst/>
          </a:prstGeom>
          <a:noFill/>
          <a:ln/>
        </p:spPr>
        <p:txBody>
          <a:bodyPr wrap="square" lIns="0" tIns="0" rIns="0" bIns="0" rtlCol="0" anchor="ctr"/>
          <a:lstStyle/>
          <a:p>
            <a:pPr marL="0" indent="0" algn="l">
              <a:buNone/>
            </a:pPr>
            <a:r>
              <a:rPr lang="en-US" sz="3200" b="1" dirty="0">
                <a:solidFill>
                  <a:srgbClr val="6E1423"/>
                </a:solidFill>
                <a:latin typeface="Latha" pitchFamily="34" charset="0"/>
                <a:ea typeface="Latha" pitchFamily="34" charset="-122"/>
                <a:cs typeface="Latha" pitchFamily="34" charset="-120"/>
              </a:rPr>
              <a:t>பாடியவர் பற்றி</a:t>
            </a:r>
            <a:endParaRPr lang="en-US" sz="3200" dirty="0"/>
          </a:p>
        </p:txBody>
      </p:sp>
      <p:sp>
        <p:nvSpPr>
          <p:cNvPr id="17" name="Text 15"/>
          <p:cNvSpPr/>
          <p:nvPr/>
        </p:nvSpPr>
        <p:spPr>
          <a:xfrm>
            <a:off x="548640" y="2057400"/>
            <a:ext cx="11064240" cy="4114800"/>
          </a:xfrm>
          <a:prstGeom prst="rect">
            <a:avLst/>
          </a:prstGeom>
          <a:noFill/>
          <a:ln/>
        </p:spPr>
        <p:txBody>
          <a:bodyPr wrap="square" lIns="0" tIns="0" rIns="0" bIns="0" rtlCol="0" anchor="t"/>
          <a:lstStyle/>
          <a:p>
            <a:pPr marL="0" indent="0" algn="l">
              <a:lnSpc>
                <a:spcPct val="125000"/>
              </a:lnSpc>
              <a:spcAft>
                <a:spcPts val="1400"/>
              </a:spcAft>
              <a:buNone/>
            </a:pPr>
            <a:r>
              <a:rPr lang="en-US" sz="1600" dirty="0">
                <a:solidFill>
                  <a:srgbClr val="3B1F12"/>
                </a:solidFill>
                <a:latin typeface="Latha" pitchFamily="34" charset="0"/>
                <a:ea typeface="Latha" pitchFamily="34" charset="-122"/>
                <a:cs typeface="Latha" pitchFamily="34" charset="-120"/>
              </a:rPr>
              <a:t>19ஆம் நூற்றாண்டைச் சேர்ந்த சென்னிகுளம் அண்ணாமலையார் பாடிய காவடிச்சிந்து, அருணகிரியாரின் திருப்புகழ்த் தாக்கத்தால் விளைந்த சிறந்த சந்த இலக்கியமாகும். இப்பாடலின் மெட்டு அண்ணாமலையாரால் அமைக்கப்பட்டதாகும்.</a:t>
            </a:r>
            <a:endParaRPr lang="en-US" sz="1600" dirty="0"/>
          </a:p>
          <a:p>
            <a:pPr marL="0" indent="0" algn="l">
              <a:lnSpc>
                <a:spcPct val="125000"/>
              </a:lnSpc>
              <a:spcAft>
                <a:spcPts val="1400"/>
              </a:spcAft>
              <a:buNone/>
            </a:pPr>
            <a:r>
              <a:rPr lang="en-US" sz="1600" dirty="0">
                <a:solidFill>
                  <a:srgbClr val="3B1F12"/>
                </a:solidFill>
                <a:latin typeface="Latha" pitchFamily="34" charset="0"/>
                <a:ea typeface="Latha" pitchFamily="34" charset="-122"/>
                <a:cs typeface="Latha" pitchFamily="34" charset="-120"/>
              </a:rPr>
              <a:t>தமிழில் முதன்முதலில் வண்ணச்சிந்து பாடியதால், காவடிச் சிந்தின் தந்தை என அழைக்கப்பட்டார்; 18 வயதிலேயே ஊற்றுமலைக்குச் சென்று அங்குக் குறுநிலத்தலைவராக இருந்த இருதயாலய மருதப்பத் தேவரின் அரசவைப் புலவராகவும் இருந்தார்.</a:t>
            </a:r>
            <a:endParaRPr lang="en-US" sz="1600" dirty="0"/>
          </a:p>
          <a:p>
            <a:pPr marL="0" indent="0" algn="l">
              <a:lnSpc>
                <a:spcPct val="125000"/>
              </a:lnSpc>
              <a:spcAft>
                <a:spcPts val="1400"/>
              </a:spcAft>
              <a:buNone/>
            </a:pPr>
            <a:r>
              <a:rPr lang="en-US" sz="1600" dirty="0">
                <a:solidFill>
                  <a:srgbClr val="3B1F12"/>
                </a:solidFill>
                <a:latin typeface="Latha" pitchFamily="34" charset="0"/>
                <a:ea typeface="Latha" pitchFamily="34" charset="-122"/>
                <a:cs typeface="Latha" pitchFamily="34" charset="-120"/>
              </a:rPr>
              <a:t>இவர், இந்நூல் தவிர வீரைத் தலபுராணம், வீரை நவநீத கிருஷ்ணசாமி பதிகம், சங்கரன்கோவில் திரிபந்தாதி, கருவை மும்மணிக்கோவை, கோமதி அந்தாதி ஆகிய நூல்களையும் இயற்றியுள்ளார்.</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bg>
      <p:bgPr>
        <a:solidFill>
          <a:srgbClr val="FFFDF6"/>
        </a:solidFill>
        <a:effectLst/>
      </p:bgPr>
    </p:bg>
    <p:spTree>
      <p:nvGrpSpPr>
        <p:cNvPr id="1" name=""/>
        <p:cNvGrpSpPr/>
        <p:nvPr/>
      </p:nvGrpSpPr>
      <p:grpSpPr>
        <a:xfrm>
          <a:off x="0" y="0"/>
          <a:ext cx="0" cy="0"/>
          <a:chOff x="0" y="0"/>
          <a:chExt cx="0" cy="0"/>
        </a:xfrm>
      </p:grpSpPr>
      <p:sp>
        <p:nvSpPr>
          <p:cNvPr id="2" name="Shape 0"/>
          <p:cNvSpPr/>
          <p:nvPr/>
        </p:nvSpPr>
        <p:spPr>
          <a:xfrm>
            <a:off x="320040" y="320040"/>
            <a:ext cx="64008" cy="64008"/>
          </a:xfrm>
          <a:prstGeom prst="ellipse">
            <a:avLst/>
          </a:prstGeom>
          <a:solidFill>
            <a:srgbClr val="C9962C">
              <a:alpha val="75000"/>
            </a:srgbClr>
          </a:solidFill>
          <a:ln/>
        </p:spPr>
        <p:txBody>
          <a:bodyPr/>
          <a:lstStyle/>
          <a:p>
            <a:endParaRPr lang="en-IN"/>
          </a:p>
        </p:txBody>
      </p:sp>
      <p:sp>
        <p:nvSpPr>
          <p:cNvPr id="3" name="Shape 1"/>
          <p:cNvSpPr/>
          <p:nvPr/>
        </p:nvSpPr>
        <p:spPr>
          <a:xfrm>
            <a:off x="521208" y="320040"/>
            <a:ext cx="64008" cy="64008"/>
          </a:xfrm>
          <a:prstGeom prst="ellipse">
            <a:avLst/>
          </a:prstGeom>
          <a:solidFill>
            <a:srgbClr val="C9962C">
              <a:alpha val="75000"/>
            </a:srgbClr>
          </a:solidFill>
          <a:ln/>
        </p:spPr>
        <p:txBody>
          <a:bodyPr/>
          <a:lstStyle/>
          <a:p>
            <a:endParaRPr lang="en-IN"/>
          </a:p>
        </p:txBody>
      </p:sp>
      <p:sp>
        <p:nvSpPr>
          <p:cNvPr id="4" name="Shape 2"/>
          <p:cNvSpPr/>
          <p:nvPr/>
        </p:nvSpPr>
        <p:spPr>
          <a:xfrm>
            <a:off x="722376" y="320040"/>
            <a:ext cx="64008" cy="64008"/>
          </a:xfrm>
          <a:prstGeom prst="ellipse">
            <a:avLst/>
          </a:prstGeom>
          <a:solidFill>
            <a:srgbClr val="C9962C">
              <a:alpha val="75000"/>
            </a:srgbClr>
          </a:solidFill>
          <a:ln/>
        </p:spPr>
        <p:txBody>
          <a:bodyPr/>
          <a:lstStyle/>
          <a:p>
            <a:endParaRPr lang="en-IN"/>
          </a:p>
        </p:txBody>
      </p:sp>
      <p:sp>
        <p:nvSpPr>
          <p:cNvPr id="5" name="Shape 3"/>
          <p:cNvSpPr/>
          <p:nvPr/>
        </p:nvSpPr>
        <p:spPr>
          <a:xfrm>
            <a:off x="923544" y="320040"/>
            <a:ext cx="64008" cy="64008"/>
          </a:xfrm>
          <a:prstGeom prst="ellipse">
            <a:avLst/>
          </a:prstGeom>
          <a:solidFill>
            <a:srgbClr val="C9962C">
              <a:alpha val="75000"/>
            </a:srgbClr>
          </a:solidFill>
          <a:ln/>
        </p:spPr>
        <p:txBody>
          <a:bodyPr/>
          <a:lstStyle/>
          <a:p>
            <a:endParaRPr lang="en-IN"/>
          </a:p>
        </p:txBody>
      </p:sp>
      <p:sp>
        <p:nvSpPr>
          <p:cNvPr id="6" name="Shape 4"/>
          <p:cNvSpPr/>
          <p:nvPr/>
        </p:nvSpPr>
        <p:spPr>
          <a:xfrm>
            <a:off x="420624" y="521208"/>
            <a:ext cx="64008" cy="64008"/>
          </a:xfrm>
          <a:prstGeom prst="ellipse">
            <a:avLst/>
          </a:prstGeom>
          <a:solidFill>
            <a:srgbClr val="C9962C">
              <a:alpha val="75000"/>
            </a:srgbClr>
          </a:solidFill>
          <a:ln/>
        </p:spPr>
        <p:txBody>
          <a:bodyPr/>
          <a:lstStyle/>
          <a:p>
            <a:endParaRPr lang="en-IN"/>
          </a:p>
        </p:txBody>
      </p:sp>
      <p:sp>
        <p:nvSpPr>
          <p:cNvPr id="7" name="Shape 5"/>
          <p:cNvSpPr/>
          <p:nvPr/>
        </p:nvSpPr>
        <p:spPr>
          <a:xfrm>
            <a:off x="621792" y="521208"/>
            <a:ext cx="64008" cy="64008"/>
          </a:xfrm>
          <a:prstGeom prst="ellipse">
            <a:avLst/>
          </a:prstGeom>
          <a:solidFill>
            <a:srgbClr val="C9962C">
              <a:alpha val="75000"/>
            </a:srgbClr>
          </a:solidFill>
          <a:ln/>
        </p:spPr>
        <p:txBody>
          <a:bodyPr/>
          <a:lstStyle/>
          <a:p>
            <a:endParaRPr lang="en-IN"/>
          </a:p>
        </p:txBody>
      </p:sp>
      <p:sp>
        <p:nvSpPr>
          <p:cNvPr id="8" name="Shape 6"/>
          <p:cNvSpPr/>
          <p:nvPr/>
        </p:nvSpPr>
        <p:spPr>
          <a:xfrm>
            <a:off x="822960" y="521208"/>
            <a:ext cx="64008" cy="64008"/>
          </a:xfrm>
          <a:prstGeom prst="ellipse">
            <a:avLst/>
          </a:prstGeom>
          <a:solidFill>
            <a:srgbClr val="C9962C">
              <a:alpha val="75000"/>
            </a:srgbClr>
          </a:solidFill>
          <a:ln/>
        </p:spPr>
        <p:txBody>
          <a:bodyPr/>
          <a:lstStyle/>
          <a:p>
            <a:endParaRPr lang="en-IN"/>
          </a:p>
        </p:txBody>
      </p:sp>
      <p:sp>
        <p:nvSpPr>
          <p:cNvPr id="9" name="Shape 7"/>
          <p:cNvSpPr/>
          <p:nvPr/>
        </p:nvSpPr>
        <p:spPr>
          <a:xfrm>
            <a:off x="521208" y="722376"/>
            <a:ext cx="64008" cy="64008"/>
          </a:xfrm>
          <a:prstGeom prst="ellipse">
            <a:avLst/>
          </a:prstGeom>
          <a:solidFill>
            <a:srgbClr val="C9962C">
              <a:alpha val="75000"/>
            </a:srgbClr>
          </a:solidFill>
          <a:ln/>
        </p:spPr>
        <p:txBody>
          <a:bodyPr/>
          <a:lstStyle/>
          <a:p>
            <a:endParaRPr lang="en-IN"/>
          </a:p>
        </p:txBody>
      </p:sp>
      <p:sp>
        <p:nvSpPr>
          <p:cNvPr id="10" name="Shape 8"/>
          <p:cNvSpPr/>
          <p:nvPr/>
        </p:nvSpPr>
        <p:spPr>
          <a:xfrm>
            <a:off x="722376" y="722376"/>
            <a:ext cx="64008" cy="64008"/>
          </a:xfrm>
          <a:prstGeom prst="ellipse">
            <a:avLst/>
          </a:prstGeom>
          <a:solidFill>
            <a:srgbClr val="C9962C">
              <a:alpha val="75000"/>
            </a:srgbClr>
          </a:solidFill>
          <a:ln/>
        </p:spPr>
        <p:txBody>
          <a:bodyPr/>
          <a:lstStyle/>
          <a:p>
            <a:endParaRPr lang="en-IN"/>
          </a:p>
        </p:txBody>
      </p:sp>
      <p:sp>
        <p:nvSpPr>
          <p:cNvPr id="11" name="Shape 9"/>
          <p:cNvSpPr/>
          <p:nvPr/>
        </p:nvSpPr>
        <p:spPr>
          <a:xfrm>
            <a:off x="621792" y="923544"/>
            <a:ext cx="64008" cy="64008"/>
          </a:xfrm>
          <a:prstGeom prst="ellipse">
            <a:avLst/>
          </a:prstGeom>
          <a:solidFill>
            <a:srgbClr val="C9962C">
              <a:alpha val="75000"/>
            </a:srgbClr>
          </a:solidFill>
          <a:ln/>
        </p:spPr>
        <p:txBody>
          <a:bodyPr/>
          <a:lstStyle/>
          <a:p>
            <a:endParaRPr lang="en-IN"/>
          </a:p>
        </p:txBody>
      </p:sp>
      <p:sp>
        <p:nvSpPr>
          <p:cNvPr id="12" name="Shape 10"/>
          <p:cNvSpPr/>
          <p:nvPr/>
        </p:nvSpPr>
        <p:spPr>
          <a:xfrm>
            <a:off x="548640" y="457200"/>
            <a:ext cx="2377440" cy="457200"/>
          </a:xfrm>
          <a:prstGeom prst="roundRect">
            <a:avLst>
              <a:gd name="adj" fmla="val 50000"/>
            </a:avLst>
          </a:prstGeom>
          <a:solidFill>
            <a:srgbClr val="6E1423"/>
          </a:solidFill>
          <a:ln/>
        </p:spPr>
        <p:txBody>
          <a:bodyPr/>
          <a:lstStyle/>
          <a:p>
            <a:endParaRPr lang="en-IN"/>
          </a:p>
        </p:txBody>
      </p:sp>
      <p:sp>
        <p:nvSpPr>
          <p:cNvPr id="13" name="Text 11"/>
          <p:cNvSpPr/>
          <p:nvPr/>
        </p:nvSpPr>
        <p:spPr>
          <a:xfrm>
            <a:off x="548640" y="457200"/>
            <a:ext cx="2377440" cy="457200"/>
          </a:xfrm>
          <a:prstGeom prst="rect">
            <a:avLst/>
          </a:prstGeom>
          <a:noFill/>
          <a:ln/>
        </p:spPr>
        <p:txBody>
          <a:bodyPr wrap="square" lIns="0" tIns="0" rIns="0" bIns="0" rtlCol="0" anchor="ctr"/>
          <a:lstStyle/>
          <a:p>
            <a:pPr marL="0" indent="0" algn="ctr">
              <a:buNone/>
            </a:pPr>
            <a:r>
              <a:rPr lang="en-US" sz="1400" b="1" dirty="0">
                <a:solidFill>
                  <a:srgbClr val="FBF3E1"/>
                </a:solidFill>
                <a:latin typeface="Latha" pitchFamily="34" charset="0"/>
                <a:ea typeface="Latha" pitchFamily="34" charset="-122"/>
                <a:cs typeface="Latha" pitchFamily="34" charset="-120"/>
              </a:rPr>
              <a:t>கோயில் வளம் — பாடல் 1</a:t>
            </a:r>
            <a:endParaRPr lang="en-US" sz="1400" dirty="0"/>
          </a:p>
        </p:txBody>
      </p:sp>
      <p:sp>
        <p:nvSpPr>
          <p:cNvPr id="14" name="Shape 12"/>
          <p:cNvSpPr/>
          <p:nvPr/>
        </p:nvSpPr>
        <p:spPr>
          <a:xfrm>
            <a:off x="10561320" y="365760"/>
            <a:ext cx="1005840" cy="1005840"/>
          </a:xfrm>
          <a:prstGeom prst="ellipse">
            <a:avLst/>
          </a:prstGeom>
          <a:solidFill>
            <a:srgbClr val="6E1423"/>
          </a:solidFill>
          <a:ln w="19050">
            <a:solidFill>
              <a:srgbClr val="C9962C"/>
            </a:solidFill>
            <a:prstDash val="solid"/>
          </a:ln>
        </p:spPr>
        <p:txBody>
          <a:bodyPr/>
          <a:lstStyle/>
          <a:p>
            <a:endParaRPr lang="en-IN"/>
          </a:p>
        </p:txBody>
      </p:sp>
      <p:sp>
        <p:nvSpPr>
          <p:cNvPr id="15" name="Text 13"/>
          <p:cNvSpPr/>
          <p:nvPr/>
        </p:nvSpPr>
        <p:spPr>
          <a:xfrm>
            <a:off x="10561320" y="365760"/>
            <a:ext cx="1005840" cy="1005840"/>
          </a:xfrm>
          <a:prstGeom prst="rect">
            <a:avLst/>
          </a:prstGeom>
          <a:noFill/>
          <a:ln/>
        </p:spPr>
        <p:txBody>
          <a:bodyPr wrap="square" lIns="0" tIns="0" rIns="0" bIns="0" rtlCol="0" anchor="ctr"/>
          <a:lstStyle/>
          <a:p>
            <a:pPr marL="0" indent="0" algn="ctr">
              <a:buNone/>
            </a:pPr>
            <a:r>
              <a:rPr lang="en-US" sz="3000" b="1" dirty="0">
                <a:solidFill>
                  <a:srgbClr val="E3B341"/>
                </a:solidFill>
                <a:latin typeface="Cambria" pitchFamily="34" charset="0"/>
                <a:ea typeface="Cambria" pitchFamily="34" charset="-122"/>
                <a:cs typeface="Cambria" pitchFamily="34" charset="-120"/>
              </a:rPr>
              <a:t>1</a:t>
            </a:r>
            <a:endParaRPr lang="en-US" sz="3000" dirty="0"/>
          </a:p>
        </p:txBody>
      </p:sp>
      <p:sp>
        <p:nvSpPr>
          <p:cNvPr id="16" name="Shape 14"/>
          <p:cNvSpPr/>
          <p:nvPr/>
        </p:nvSpPr>
        <p:spPr>
          <a:xfrm>
            <a:off x="548640" y="1188720"/>
            <a:ext cx="5212080" cy="5029200"/>
          </a:xfrm>
          <a:prstGeom prst="roundRect">
            <a:avLst>
              <a:gd name="adj" fmla="val 2182"/>
            </a:avLst>
          </a:prstGeom>
          <a:solidFill>
            <a:srgbClr val="6E1423"/>
          </a:solidFill>
          <a:ln/>
          <a:effectLst>
            <a:outerShdw blurRad="101600" dist="38100" dir="5400000" algn="bl" rotWithShape="0">
              <a:srgbClr val="000000">
                <a:alpha val="25000"/>
              </a:srgbClr>
            </a:outerShdw>
          </a:effectLst>
        </p:spPr>
        <p:txBody>
          <a:bodyPr/>
          <a:lstStyle/>
          <a:p>
            <a:endParaRPr lang="en-IN"/>
          </a:p>
        </p:txBody>
      </p:sp>
      <p:sp>
        <p:nvSpPr>
          <p:cNvPr id="17" name="Text 15"/>
          <p:cNvSpPr/>
          <p:nvPr/>
        </p:nvSpPr>
        <p:spPr>
          <a:xfrm>
            <a:off x="868680" y="1508760"/>
            <a:ext cx="4663440" cy="4480560"/>
          </a:xfrm>
          <a:prstGeom prst="rect">
            <a:avLst/>
          </a:prstGeom>
          <a:noFill/>
          <a:ln/>
        </p:spPr>
        <p:txBody>
          <a:bodyPr wrap="square" lIns="0" tIns="0" rIns="0" bIns="0" rtlCol="0" anchor="t"/>
          <a:lstStyle/>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சென்னி குளநகர் வாசன் - தமிழ்</a:t>
            </a:r>
            <a:endParaRPr lang="en-US" sz="1700" dirty="0"/>
          </a:p>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தேறும் அண்ணாமலை தாசன் - செப்பும்</a:t>
            </a:r>
            <a:endParaRPr lang="en-US" sz="1700" dirty="0"/>
          </a:p>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செகமெச்சிய மதுரக்கவி</a:t>
            </a:r>
            <a:endParaRPr lang="en-US" sz="1700" dirty="0"/>
          </a:p>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அதனைப்புய வரையில்புனை</a:t>
            </a:r>
            <a:endParaRPr lang="en-US" sz="1700" dirty="0"/>
          </a:p>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தீரன்; அயில் வீரன்.</a:t>
            </a:r>
            <a:endParaRPr lang="en-US" sz="1700" dirty="0"/>
          </a:p>
        </p:txBody>
      </p:sp>
      <p:sp>
        <p:nvSpPr>
          <p:cNvPr id="18" name="Shape 16"/>
          <p:cNvSpPr/>
          <p:nvPr/>
        </p:nvSpPr>
        <p:spPr>
          <a:xfrm>
            <a:off x="5989320" y="1188720"/>
            <a:ext cx="5623560" cy="5029200"/>
          </a:xfrm>
          <a:prstGeom prst="roundRect">
            <a:avLst>
              <a:gd name="adj" fmla="val 2182"/>
            </a:avLst>
          </a:prstGeom>
          <a:solidFill>
            <a:srgbClr val="FFFFFF"/>
          </a:solidFill>
          <a:ln w="19050">
            <a:solidFill>
              <a:srgbClr val="C9962C"/>
            </a:solidFill>
            <a:prstDash val="solid"/>
          </a:ln>
        </p:spPr>
        <p:txBody>
          <a:bodyPr/>
          <a:lstStyle/>
          <a:p>
            <a:endParaRPr lang="en-IN"/>
          </a:p>
        </p:txBody>
      </p:sp>
      <p:sp>
        <p:nvSpPr>
          <p:cNvPr id="19" name="Text 17"/>
          <p:cNvSpPr/>
          <p:nvPr/>
        </p:nvSpPr>
        <p:spPr>
          <a:xfrm>
            <a:off x="6263640" y="1371600"/>
            <a:ext cx="5029200" cy="411480"/>
          </a:xfrm>
          <a:prstGeom prst="rect">
            <a:avLst/>
          </a:prstGeom>
          <a:noFill/>
          <a:ln/>
        </p:spPr>
        <p:txBody>
          <a:bodyPr wrap="square" lIns="0" tIns="0" rIns="0" bIns="0" rtlCol="0" anchor="ctr"/>
          <a:lstStyle/>
          <a:p>
            <a:pPr marL="0" indent="0">
              <a:buNone/>
            </a:pPr>
            <a:r>
              <a:rPr lang="en-US" sz="1600" b="1" dirty="0">
                <a:solidFill>
                  <a:srgbClr val="C9962C"/>
                </a:solidFill>
                <a:latin typeface="Latha" pitchFamily="34" charset="0"/>
                <a:ea typeface="Latha" pitchFamily="34" charset="-122"/>
                <a:cs typeface="Latha" pitchFamily="34" charset="-120"/>
              </a:rPr>
              <a:t>பொருள்</a:t>
            </a:r>
            <a:endParaRPr lang="en-US" sz="1600" dirty="0"/>
          </a:p>
        </p:txBody>
      </p:sp>
      <p:sp>
        <p:nvSpPr>
          <p:cNvPr id="20" name="Text 18"/>
          <p:cNvSpPr/>
          <p:nvPr/>
        </p:nvSpPr>
        <p:spPr>
          <a:xfrm>
            <a:off x="6263640" y="1828800"/>
            <a:ext cx="5074920" cy="4206240"/>
          </a:xfrm>
          <a:prstGeom prst="rect">
            <a:avLst/>
          </a:prstGeom>
          <a:noFill/>
          <a:ln/>
        </p:spPr>
        <p:txBody>
          <a:bodyPr wrap="square" lIns="0" tIns="0" rIns="0" bIns="0" rtlCol="0" anchor="t"/>
          <a:lstStyle/>
          <a:p>
            <a:pPr marL="0" indent="0" algn="l">
              <a:lnSpc>
                <a:spcPct val="135000"/>
              </a:lnSpc>
              <a:buNone/>
            </a:pPr>
            <a:r>
              <a:rPr lang="en-US" sz="1550" dirty="0">
                <a:solidFill>
                  <a:srgbClr val="3B1F12"/>
                </a:solidFill>
                <a:latin typeface="Latha" pitchFamily="34" charset="0"/>
                <a:ea typeface="Latha" pitchFamily="34" charset="-122"/>
                <a:cs typeface="Latha" pitchFamily="34" charset="-120"/>
              </a:rPr>
              <a:t>சென்னிகுளம் என்னும் ஊரில் வாழும் அண்ணாமலைதாசன் ஆகிய பாடகர், உலகம் போற்றும் மதுரமான கவிமாலையை இயற்றி, அதனை வேலேந்திய வீரனாகிய முருகனின் மலை போன்ற தோளில் சூட்டுகிறார்.</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6">
    <p:bg>
      <p:bgPr>
        <a:solidFill>
          <a:srgbClr val="4A0E18"/>
        </a:solidFill>
        <a:effectLst/>
      </p:bgPr>
    </p:bg>
    <p:spTree>
      <p:nvGrpSpPr>
        <p:cNvPr id="1" name=""/>
        <p:cNvGrpSpPr/>
        <p:nvPr/>
      </p:nvGrpSpPr>
      <p:grpSpPr>
        <a:xfrm>
          <a:off x="0" y="0"/>
          <a:ext cx="0" cy="0"/>
          <a:chOff x="0" y="0"/>
          <a:chExt cx="0" cy="0"/>
        </a:xfrm>
      </p:grpSpPr>
      <p:sp>
        <p:nvSpPr>
          <p:cNvPr id="2" name="Shape 0"/>
          <p:cNvSpPr/>
          <p:nvPr/>
        </p:nvSpPr>
        <p:spPr>
          <a:xfrm>
            <a:off x="320040" y="320040"/>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521208" y="320040"/>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722376" y="320040"/>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923544" y="320040"/>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420624" y="521208"/>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621792" y="521208"/>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822960" y="521208"/>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521208" y="722376"/>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722376" y="722376"/>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621792" y="923544"/>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13" name="Shape 1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14" name="Shape 1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15" name="Shape 1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16" name="Shape 1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17" name="Shape 1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18" name="Shape 1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19" name="Shape 1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20" name="Shape 1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21" name="Shape 1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22" name="Shape 20"/>
          <p:cNvSpPr/>
          <p:nvPr/>
        </p:nvSpPr>
        <p:spPr>
          <a:xfrm>
            <a:off x="3337560" y="2788920"/>
            <a:ext cx="5486400" cy="1280160"/>
          </a:xfrm>
          <a:prstGeom prst="roundRect">
            <a:avLst>
              <a:gd name="adj" fmla="val 10714"/>
            </a:avLst>
          </a:prstGeom>
          <a:solidFill>
            <a:srgbClr val="E3B341"/>
          </a:solidFill>
          <a:ln/>
        </p:spPr>
        <p:txBody>
          <a:bodyPr/>
          <a:lstStyle/>
          <a:p>
            <a:endParaRPr lang="en-IN"/>
          </a:p>
        </p:txBody>
      </p:sp>
      <p:sp>
        <p:nvSpPr>
          <p:cNvPr id="23" name="Text 21"/>
          <p:cNvSpPr/>
          <p:nvPr/>
        </p:nvSpPr>
        <p:spPr>
          <a:xfrm>
            <a:off x="3337560" y="2880360"/>
            <a:ext cx="5486400" cy="502920"/>
          </a:xfrm>
          <a:prstGeom prst="rect">
            <a:avLst/>
          </a:prstGeom>
          <a:noFill/>
          <a:ln/>
        </p:spPr>
        <p:txBody>
          <a:bodyPr wrap="square" lIns="0" tIns="0" rIns="0" bIns="0" rtlCol="0" anchor="ctr"/>
          <a:lstStyle/>
          <a:p>
            <a:pPr marL="0" indent="0" algn="ctr">
              <a:buNone/>
            </a:pPr>
            <a:r>
              <a:rPr lang="en-US" sz="1600" dirty="0">
                <a:solidFill>
                  <a:srgbClr val="4A0E18"/>
                </a:solidFill>
                <a:latin typeface="Latha" pitchFamily="34" charset="0"/>
                <a:ea typeface="Latha" pitchFamily="34" charset="-122"/>
                <a:cs typeface="Latha" pitchFamily="34" charset="-120"/>
              </a:rPr>
              <a:t>வினாடி வினா</a:t>
            </a:r>
            <a:endParaRPr lang="en-US" sz="1600" dirty="0"/>
          </a:p>
        </p:txBody>
      </p:sp>
      <p:sp>
        <p:nvSpPr>
          <p:cNvPr id="24" name="Text 22"/>
          <p:cNvSpPr/>
          <p:nvPr/>
        </p:nvSpPr>
        <p:spPr>
          <a:xfrm>
            <a:off x="3337560" y="3246120"/>
            <a:ext cx="5486400" cy="731520"/>
          </a:xfrm>
          <a:prstGeom prst="rect">
            <a:avLst/>
          </a:prstGeom>
          <a:noFill/>
          <a:ln/>
        </p:spPr>
        <p:txBody>
          <a:bodyPr wrap="square" lIns="0" tIns="0" rIns="0" bIns="0" rtlCol="0" anchor="ctr"/>
          <a:lstStyle/>
          <a:p>
            <a:pPr marL="0" indent="0" algn="ctr">
              <a:buNone/>
            </a:pPr>
            <a:r>
              <a:rPr lang="en-US" sz="2600" b="1" dirty="0">
                <a:solidFill>
                  <a:srgbClr val="4A0E18"/>
                </a:solidFill>
                <a:latin typeface="Latha" pitchFamily="34" charset="0"/>
                <a:ea typeface="Latha" pitchFamily="34" charset="-122"/>
                <a:cs typeface="Latha" pitchFamily="34" charset="-120"/>
              </a:rPr>
              <a:t>பாடல் 1</a:t>
            </a:r>
            <a:endParaRPr lang="en-US" sz="2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7">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1</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காவடிச் சிந்தைப் பாடியவர் யார்?</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சுந்தரனார்</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சென்னிகுளம் அண்ணாமலையார்</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அருணகிரியார்</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இருதயாலய மருதப்பத் தேவர்</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8">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1</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காவடிச் சிந்தைப் பாடியவர் யார்?</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சுந்தரனார்</a:t>
            </a:r>
            <a:endParaRPr lang="en-US" sz="1500" dirty="0"/>
          </a:p>
        </p:txBody>
      </p:sp>
      <p:sp>
        <p:nvSpPr>
          <p:cNvPr id="19" name="Shape 17"/>
          <p:cNvSpPr/>
          <p:nvPr/>
        </p:nvSpPr>
        <p:spPr>
          <a:xfrm>
            <a:off x="6263640" y="288036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2E7D32"/>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சென்னிகுளம் அண்ணாமலையார்</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alpha val="45000"/>
            </a:srgbClr>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அருணகிரியார்</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இருதயாலய மருதப்பத் தேவர்</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9">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2</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அண்ணாமலைதாசன் எந்த ஊரில் வாழ்ந்தவர்?</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கழுகுமலை</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சென்னிகுளம்</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ஊற்றுமலை</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அமராவதி</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0">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2</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அண்ணாமலைதாசன் எந்த ஊரில் வாழ்ந்தவர்?</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கழுகுமலை</a:t>
            </a:r>
            <a:endParaRPr lang="en-US" sz="1500" dirty="0"/>
          </a:p>
        </p:txBody>
      </p:sp>
      <p:sp>
        <p:nvSpPr>
          <p:cNvPr id="19" name="Shape 17"/>
          <p:cNvSpPr/>
          <p:nvPr/>
        </p:nvSpPr>
        <p:spPr>
          <a:xfrm>
            <a:off x="6263640" y="288036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2E7D32"/>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சென்னிகுளம்</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alpha val="45000"/>
            </a:srgbClr>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ஊற்றுமலை</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அமராவதி</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1">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3</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"அயில் வீரன்" என்பது யாரைக் குறிக்கிறது?</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முருகன்</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வள்ளி</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இந்திரன்</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சூரபன்மா</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2">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3</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"அயில் வீரன்" என்பது யாரைக் குறிக்கிறது?</a:t>
            </a:r>
            <a:endParaRPr lang="en-US" sz="2200" dirty="0"/>
          </a:p>
        </p:txBody>
      </p:sp>
      <p:sp>
        <p:nvSpPr>
          <p:cNvPr id="15" name="Shape 13"/>
          <p:cNvSpPr/>
          <p:nvPr/>
        </p:nvSpPr>
        <p:spPr>
          <a:xfrm>
            <a:off x="548640" y="288036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2E7D32"/>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முருகன்</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வள்ளி</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alpha val="45000"/>
            </a:srgbClr>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இந்திரன்</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சூரபன்மா</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4">
    <p:bg>
      <p:bgPr>
        <a:solidFill>
          <a:srgbClr val="FFFDF6"/>
        </a:solidFill>
        <a:effectLst/>
      </p:bgPr>
    </p:bg>
    <p:spTree>
      <p:nvGrpSpPr>
        <p:cNvPr id="1" name=""/>
        <p:cNvGrpSpPr/>
        <p:nvPr/>
      </p:nvGrpSpPr>
      <p:grpSpPr>
        <a:xfrm>
          <a:off x="0" y="0"/>
          <a:ext cx="0" cy="0"/>
          <a:chOff x="0" y="0"/>
          <a:chExt cx="0" cy="0"/>
        </a:xfrm>
      </p:grpSpPr>
      <p:sp>
        <p:nvSpPr>
          <p:cNvPr id="2" name="Shape 0"/>
          <p:cNvSpPr/>
          <p:nvPr/>
        </p:nvSpPr>
        <p:spPr>
          <a:xfrm>
            <a:off x="320040" y="320040"/>
            <a:ext cx="64008" cy="64008"/>
          </a:xfrm>
          <a:prstGeom prst="ellipse">
            <a:avLst/>
          </a:prstGeom>
          <a:solidFill>
            <a:srgbClr val="C9962C">
              <a:alpha val="75000"/>
            </a:srgbClr>
          </a:solidFill>
          <a:ln/>
        </p:spPr>
        <p:txBody>
          <a:bodyPr/>
          <a:lstStyle/>
          <a:p>
            <a:endParaRPr lang="en-IN"/>
          </a:p>
        </p:txBody>
      </p:sp>
      <p:sp>
        <p:nvSpPr>
          <p:cNvPr id="3" name="Shape 1"/>
          <p:cNvSpPr/>
          <p:nvPr/>
        </p:nvSpPr>
        <p:spPr>
          <a:xfrm>
            <a:off x="521208" y="320040"/>
            <a:ext cx="64008" cy="64008"/>
          </a:xfrm>
          <a:prstGeom prst="ellipse">
            <a:avLst/>
          </a:prstGeom>
          <a:solidFill>
            <a:srgbClr val="C9962C">
              <a:alpha val="75000"/>
            </a:srgbClr>
          </a:solidFill>
          <a:ln/>
        </p:spPr>
        <p:txBody>
          <a:bodyPr/>
          <a:lstStyle/>
          <a:p>
            <a:endParaRPr lang="en-IN"/>
          </a:p>
        </p:txBody>
      </p:sp>
      <p:sp>
        <p:nvSpPr>
          <p:cNvPr id="4" name="Shape 2"/>
          <p:cNvSpPr/>
          <p:nvPr/>
        </p:nvSpPr>
        <p:spPr>
          <a:xfrm>
            <a:off x="722376" y="320040"/>
            <a:ext cx="64008" cy="64008"/>
          </a:xfrm>
          <a:prstGeom prst="ellipse">
            <a:avLst/>
          </a:prstGeom>
          <a:solidFill>
            <a:srgbClr val="C9962C">
              <a:alpha val="75000"/>
            </a:srgbClr>
          </a:solidFill>
          <a:ln/>
        </p:spPr>
        <p:txBody>
          <a:bodyPr/>
          <a:lstStyle/>
          <a:p>
            <a:endParaRPr lang="en-IN"/>
          </a:p>
        </p:txBody>
      </p:sp>
      <p:sp>
        <p:nvSpPr>
          <p:cNvPr id="5" name="Shape 3"/>
          <p:cNvSpPr/>
          <p:nvPr/>
        </p:nvSpPr>
        <p:spPr>
          <a:xfrm>
            <a:off x="923544" y="320040"/>
            <a:ext cx="64008" cy="64008"/>
          </a:xfrm>
          <a:prstGeom prst="ellipse">
            <a:avLst/>
          </a:prstGeom>
          <a:solidFill>
            <a:srgbClr val="C9962C">
              <a:alpha val="75000"/>
            </a:srgbClr>
          </a:solidFill>
          <a:ln/>
        </p:spPr>
        <p:txBody>
          <a:bodyPr/>
          <a:lstStyle/>
          <a:p>
            <a:endParaRPr lang="en-IN"/>
          </a:p>
        </p:txBody>
      </p:sp>
      <p:sp>
        <p:nvSpPr>
          <p:cNvPr id="6" name="Shape 4"/>
          <p:cNvSpPr/>
          <p:nvPr/>
        </p:nvSpPr>
        <p:spPr>
          <a:xfrm>
            <a:off x="420624" y="521208"/>
            <a:ext cx="64008" cy="64008"/>
          </a:xfrm>
          <a:prstGeom prst="ellipse">
            <a:avLst/>
          </a:prstGeom>
          <a:solidFill>
            <a:srgbClr val="C9962C">
              <a:alpha val="75000"/>
            </a:srgbClr>
          </a:solidFill>
          <a:ln/>
        </p:spPr>
        <p:txBody>
          <a:bodyPr/>
          <a:lstStyle/>
          <a:p>
            <a:endParaRPr lang="en-IN"/>
          </a:p>
        </p:txBody>
      </p:sp>
      <p:sp>
        <p:nvSpPr>
          <p:cNvPr id="7" name="Shape 5"/>
          <p:cNvSpPr/>
          <p:nvPr/>
        </p:nvSpPr>
        <p:spPr>
          <a:xfrm>
            <a:off x="621792" y="521208"/>
            <a:ext cx="64008" cy="64008"/>
          </a:xfrm>
          <a:prstGeom prst="ellipse">
            <a:avLst/>
          </a:prstGeom>
          <a:solidFill>
            <a:srgbClr val="C9962C">
              <a:alpha val="75000"/>
            </a:srgbClr>
          </a:solidFill>
          <a:ln/>
        </p:spPr>
        <p:txBody>
          <a:bodyPr/>
          <a:lstStyle/>
          <a:p>
            <a:endParaRPr lang="en-IN"/>
          </a:p>
        </p:txBody>
      </p:sp>
      <p:sp>
        <p:nvSpPr>
          <p:cNvPr id="8" name="Shape 6"/>
          <p:cNvSpPr/>
          <p:nvPr/>
        </p:nvSpPr>
        <p:spPr>
          <a:xfrm>
            <a:off x="822960" y="521208"/>
            <a:ext cx="64008" cy="64008"/>
          </a:xfrm>
          <a:prstGeom prst="ellipse">
            <a:avLst/>
          </a:prstGeom>
          <a:solidFill>
            <a:srgbClr val="C9962C">
              <a:alpha val="75000"/>
            </a:srgbClr>
          </a:solidFill>
          <a:ln/>
        </p:spPr>
        <p:txBody>
          <a:bodyPr/>
          <a:lstStyle/>
          <a:p>
            <a:endParaRPr lang="en-IN"/>
          </a:p>
        </p:txBody>
      </p:sp>
      <p:sp>
        <p:nvSpPr>
          <p:cNvPr id="9" name="Shape 7"/>
          <p:cNvSpPr/>
          <p:nvPr/>
        </p:nvSpPr>
        <p:spPr>
          <a:xfrm>
            <a:off x="521208" y="722376"/>
            <a:ext cx="64008" cy="64008"/>
          </a:xfrm>
          <a:prstGeom prst="ellipse">
            <a:avLst/>
          </a:prstGeom>
          <a:solidFill>
            <a:srgbClr val="C9962C">
              <a:alpha val="75000"/>
            </a:srgbClr>
          </a:solidFill>
          <a:ln/>
        </p:spPr>
        <p:txBody>
          <a:bodyPr/>
          <a:lstStyle/>
          <a:p>
            <a:endParaRPr lang="en-IN"/>
          </a:p>
        </p:txBody>
      </p:sp>
      <p:sp>
        <p:nvSpPr>
          <p:cNvPr id="10" name="Shape 8"/>
          <p:cNvSpPr/>
          <p:nvPr/>
        </p:nvSpPr>
        <p:spPr>
          <a:xfrm>
            <a:off x="722376" y="722376"/>
            <a:ext cx="64008" cy="64008"/>
          </a:xfrm>
          <a:prstGeom prst="ellipse">
            <a:avLst/>
          </a:prstGeom>
          <a:solidFill>
            <a:srgbClr val="C9962C">
              <a:alpha val="75000"/>
            </a:srgbClr>
          </a:solidFill>
          <a:ln/>
        </p:spPr>
        <p:txBody>
          <a:bodyPr/>
          <a:lstStyle/>
          <a:p>
            <a:endParaRPr lang="en-IN"/>
          </a:p>
        </p:txBody>
      </p:sp>
      <p:sp>
        <p:nvSpPr>
          <p:cNvPr id="11" name="Shape 9"/>
          <p:cNvSpPr/>
          <p:nvPr/>
        </p:nvSpPr>
        <p:spPr>
          <a:xfrm>
            <a:off x="621792" y="923544"/>
            <a:ext cx="64008" cy="64008"/>
          </a:xfrm>
          <a:prstGeom prst="ellipse">
            <a:avLst/>
          </a:prstGeom>
          <a:solidFill>
            <a:srgbClr val="C9962C">
              <a:alpha val="75000"/>
            </a:srgbClr>
          </a:solidFill>
          <a:ln/>
        </p:spPr>
        <p:txBody>
          <a:bodyPr/>
          <a:lstStyle/>
          <a:p>
            <a:endParaRPr lang="en-IN"/>
          </a:p>
        </p:txBody>
      </p:sp>
      <p:sp>
        <p:nvSpPr>
          <p:cNvPr id="12" name="Shape 10"/>
          <p:cNvSpPr/>
          <p:nvPr/>
        </p:nvSpPr>
        <p:spPr>
          <a:xfrm>
            <a:off x="548640" y="457200"/>
            <a:ext cx="2377440" cy="457200"/>
          </a:xfrm>
          <a:prstGeom prst="roundRect">
            <a:avLst>
              <a:gd name="adj" fmla="val 50000"/>
            </a:avLst>
          </a:prstGeom>
          <a:solidFill>
            <a:srgbClr val="6E1423"/>
          </a:solidFill>
          <a:ln/>
        </p:spPr>
        <p:txBody>
          <a:bodyPr/>
          <a:lstStyle/>
          <a:p>
            <a:endParaRPr lang="en-IN"/>
          </a:p>
        </p:txBody>
      </p:sp>
      <p:sp>
        <p:nvSpPr>
          <p:cNvPr id="13" name="Text 11"/>
          <p:cNvSpPr/>
          <p:nvPr/>
        </p:nvSpPr>
        <p:spPr>
          <a:xfrm>
            <a:off x="548640" y="457200"/>
            <a:ext cx="2377440" cy="457200"/>
          </a:xfrm>
          <a:prstGeom prst="rect">
            <a:avLst/>
          </a:prstGeom>
          <a:noFill/>
          <a:ln/>
        </p:spPr>
        <p:txBody>
          <a:bodyPr wrap="square" lIns="0" tIns="0" rIns="0" bIns="0" rtlCol="0" anchor="ctr"/>
          <a:lstStyle/>
          <a:p>
            <a:pPr marL="0" indent="0" algn="ctr">
              <a:buNone/>
            </a:pPr>
            <a:r>
              <a:rPr lang="en-US" sz="1400" b="1" dirty="0">
                <a:solidFill>
                  <a:srgbClr val="FBF3E1"/>
                </a:solidFill>
                <a:latin typeface="Latha" pitchFamily="34" charset="0"/>
                <a:ea typeface="Latha" pitchFamily="34" charset="-122"/>
                <a:cs typeface="Latha" pitchFamily="34" charset="-120"/>
              </a:rPr>
              <a:t>கோயில் வளம் — பாடல் 2</a:t>
            </a:r>
            <a:endParaRPr lang="en-US" sz="1400" dirty="0"/>
          </a:p>
        </p:txBody>
      </p:sp>
      <p:sp>
        <p:nvSpPr>
          <p:cNvPr id="14" name="Shape 12"/>
          <p:cNvSpPr/>
          <p:nvPr/>
        </p:nvSpPr>
        <p:spPr>
          <a:xfrm>
            <a:off x="10561320" y="365760"/>
            <a:ext cx="1005840" cy="1005840"/>
          </a:xfrm>
          <a:prstGeom prst="ellipse">
            <a:avLst/>
          </a:prstGeom>
          <a:solidFill>
            <a:srgbClr val="6E1423"/>
          </a:solidFill>
          <a:ln w="19050">
            <a:solidFill>
              <a:srgbClr val="C9962C"/>
            </a:solidFill>
            <a:prstDash val="solid"/>
          </a:ln>
        </p:spPr>
        <p:txBody>
          <a:bodyPr/>
          <a:lstStyle/>
          <a:p>
            <a:endParaRPr lang="en-IN"/>
          </a:p>
        </p:txBody>
      </p:sp>
      <p:sp>
        <p:nvSpPr>
          <p:cNvPr id="15" name="Text 13"/>
          <p:cNvSpPr/>
          <p:nvPr/>
        </p:nvSpPr>
        <p:spPr>
          <a:xfrm>
            <a:off x="10561320" y="365760"/>
            <a:ext cx="1005840" cy="1005840"/>
          </a:xfrm>
          <a:prstGeom prst="rect">
            <a:avLst/>
          </a:prstGeom>
          <a:noFill/>
          <a:ln/>
        </p:spPr>
        <p:txBody>
          <a:bodyPr wrap="square" lIns="0" tIns="0" rIns="0" bIns="0" rtlCol="0" anchor="ctr"/>
          <a:lstStyle/>
          <a:p>
            <a:pPr marL="0" indent="0" algn="ctr">
              <a:buNone/>
            </a:pPr>
            <a:r>
              <a:rPr lang="en-US" sz="3000" b="1" dirty="0">
                <a:solidFill>
                  <a:srgbClr val="E3B341"/>
                </a:solidFill>
                <a:latin typeface="Cambria" pitchFamily="34" charset="0"/>
                <a:ea typeface="Cambria" pitchFamily="34" charset="-122"/>
                <a:cs typeface="Cambria" pitchFamily="34" charset="-120"/>
              </a:rPr>
              <a:t>2</a:t>
            </a:r>
            <a:endParaRPr lang="en-US" sz="3000" dirty="0"/>
          </a:p>
        </p:txBody>
      </p:sp>
      <p:sp>
        <p:nvSpPr>
          <p:cNvPr id="16" name="Shape 14"/>
          <p:cNvSpPr/>
          <p:nvPr/>
        </p:nvSpPr>
        <p:spPr>
          <a:xfrm>
            <a:off x="548640" y="1188720"/>
            <a:ext cx="5212080" cy="5029200"/>
          </a:xfrm>
          <a:prstGeom prst="roundRect">
            <a:avLst>
              <a:gd name="adj" fmla="val 2182"/>
            </a:avLst>
          </a:prstGeom>
          <a:solidFill>
            <a:srgbClr val="6E1423"/>
          </a:solidFill>
          <a:ln/>
          <a:effectLst>
            <a:outerShdw blurRad="101600" dist="38100" dir="5400000" algn="bl" rotWithShape="0">
              <a:srgbClr val="000000">
                <a:alpha val="25000"/>
              </a:srgbClr>
            </a:outerShdw>
          </a:effectLst>
        </p:spPr>
        <p:txBody>
          <a:bodyPr/>
          <a:lstStyle/>
          <a:p>
            <a:endParaRPr lang="en-IN"/>
          </a:p>
        </p:txBody>
      </p:sp>
      <p:sp>
        <p:nvSpPr>
          <p:cNvPr id="17" name="Text 15"/>
          <p:cNvSpPr/>
          <p:nvPr/>
        </p:nvSpPr>
        <p:spPr>
          <a:xfrm>
            <a:off x="868680" y="1508760"/>
            <a:ext cx="4663440" cy="4480560"/>
          </a:xfrm>
          <a:prstGeom prst="rect">
            <a:avLst/>
          </a:prstGeom>
          <a:noFill/>
          <a:ln/>
        </p:spPr>
        <p:txBody>
          <a:bodyPr wrap="square" lIns="0" tIns="0" rIns="0" bIns="0" rtlCol="0" anchor="t"/>
          <a:lstStyle/>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வன்ன மயில்முரு கேசன் - குற</a:t>
            </a:r>
            <a:endParaRPr lang="en-US" sz="1700" dirty="0"/>
          </a:p>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வள்ளி பதம்பணி நேசன் - உரை</a:t>
            </a:r>
            <a:endParaRPr lang="en-US" sz="1700" dirty="0"/>
          </a:p>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வரமேதரு கழுகாசல</a:t>
            </a:r>
            <a:endParaRPr lang="en-US" sz="1700" dirty="0"/>
          </a:p>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பதிகோயிலின் வளம்நான்மற</a:t>
            </a:r>
            <a:endParaRPr lang="en-US" sz="1700" dirty="0"/>
          </a:p>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வாதே சொல்வன் மாதே!</a:t>
            </a:r>
            <a:endParaRPr lang="en-US" sz="1700" dirty="0"/>
          </a:p>
        </p:txBody>
      </p:sp>
      <p:sp>
        <p:nvSpPr>
          <p:cNvPr id="18" name="Shape 16"/>
          <p:cNvSpPr/>
          <p:nvPr/>
        </p:nvSpPr>
        <p:spPr>
          <a:xfrm>
            <a:off x="5989320" y="1188720"/>
            <a:ext cx="5623560" cy="5029200"/>
          </a:xfrm>
          <a:prstGeom prst="roundRect">
            <a:avLst>
              <a:gd name="adj" fmla="val 2182"/>
            </a:avLst>
          </a:prstGeom>
          <a:solidFill>
            <a:srgbClr val="FFFFFF"/>
          </a:solidFill>
          <a:ln w="19050">
            <a:solidFill>
              <a:srgbClr val="C9962C"/>
            </a:solidFill>
            <a:prstDash val="solid"/>
          </a:ln>
        </p:spPr>
        <p:txBody>
          <a:bodyPr/>
          <a:lstStyle/>
          <a:p>
            <a:endParaRPr lang="en-IN"/>
          </a:p>
        </p:txBody>
      </p:sp>
      <p:sp>
        <p:nvSpPr>
          <p:cNvPr id="19" name="Text 17"/>
          <p:cNvSpPr/>
          <p:nvPr/>
        </p:nvSpPr>
        <p:spPr>
          <a:xfrm>
            <a:off x="6263640" y="1371600"/>
            <a:ext cx="5029200" cy="411480"/>
          </a:xfrm>
          <a:prstGeom prst="rect">
            <a:avLst/>
          </a:prstGeom>
          <a:noFill/>
          <a:ln/>
        </p:spPr>
        <p:txBody>
          <a:bodyPr wrap="square" lIns="0" tIns="0" rIns="0" bIns="0" rtlCol="0" anchor="ctr"/>
          <a:lstStyle/>
          <a:p>
            <a:pPr marL="0" indent="0">
              <a:buNone/>
            </a:pPr>
            <a:r>
              <a:rPr lang="en-US" sz="1600" b="1" dirty="0">
                <a:solidFill>
                  <a:srgbClr val="C9962C"/>
                </a:solidFill>
                <a:latin typeface="Latha" pitchFamily="34" charset="0"/>
                <a:ea typeface="Latha" pitchFamily="34" charset="-122"/>
                <a:cs typeface="Latha" pitchFamily="34" charset="-120"/>
              </a:rPr>
              <a:t>பொருள்</a:t>
            </a:r>
            <a:endParaRPr lang="en-US" sz="1600" dirty="0"/>
          </a:p>
        </p:txBody>
      </p:sp>
      <p:sp>
        <p:nvSpPr>
          <p:cNvPr id="20" name="Text 18"/>
          <p:cNvSpPr/>
          <p:nvPr/>
        </p:nvSpPr>
        <p:spPr>
          <a:xfrm>
            <a:off x="6263640" y="1828800"/>
            <a:ext cx="5074920" cy="4206240"/>
          </a:xfrm>
          <a:prstGeom prst="rect">
            <a:avLst/>
          </a:prstGeom>
          <a:noFill/>
          <a:ln/>
        </p:spPr>
        <p:txBody>
          <a:bodyPr wrap="square" lIns="0" tIns="0" rIns="0" bIns="0" rtlCol="0" anchor="t"/>
          <a:lstStyle/>
          <a:p>
            <a:pPr marL="0" indent="0" algn="l">
              <a:lnSpc>
                <a:spcPct val="135000"/>
              </a:lnSpc>
              <a:buNone/>
            </a:pPr>
            <a:r>
              <a:rPr lang="en-US" sz="1550" dirty="0">
                <a:solidFill>
                  <a:srgbClr val="3B1F12"/>
                </a:solidFill>
                <a:latin typeface="Latha" pitchFamily="34" charset="0"/>
                <a:ea typeface="Latha" pitchFamily="34" charset="-122"/>
                <a:cs typeface="Latha" pitchFamily="34" charset="-120"/>
              </a:rPr>
              <a:t>அழகிய மயிலை வாகனமாகக் கொண்ட முருகேசன், குறவள்ளியின் பாதங்களைப் பணியும் அன்பன், பேசும் ஆற்றல் என்னும் வரம் தரும் கழுகுமலைத் தலைவனின் கோவில் வளத்தை மறவாமல் சொல்வேன் என பெண்ணிடம் கூறுகிறார்.</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3">
    <p:bg>
      <p:bgPr>
        <a:solidFill>
          <a:srgbClr val="4A0E18"/>
        </a:solidFill>
        <a:effectLst/>
      </p:bgPr>
    </p:bg>
    <p:spTree>
      <p:nvGrpSpPr>
        <p:cNvPr id="1" name=""/>
        <p:cNvGrpSpPr/>
        <p:nvPr/>
      </p:nvGrpSpPr>
      <p:grpSpPr>
        <a:xfrm>
          <a:off x="0" y="0"/>
          <a:ext cx="0" cy="0"/>
          <a:chOff x="0" y="0"/>
          <a:chExt cx="0" cy="0"/>
        </a:xfrm>
      </p:grpSpPr>
      <p:sp>
        <p:nvSpPr>
          <p:cNvPr id="2" name="Shape 0"/>
          <p:cNvSpPr/>
          <p:nvPr/>
        </p:nvSpPr>
        <p:spPr>
          <a:xfrm>
            <a:off x="320040" y="320040"/>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521208" y="320040"/>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722376" y="320040"/>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923544" y="320040"/>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420624" y="521208"/>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621792" y="521208"/>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822960" y="521208"/>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521208" y="722376"/>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722376" y="722376"/>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621792" y="923544"/>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13" name="Shape 1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14" name="Shape 1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15" name="Shape 1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16" name="Shape 1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17" name="Shape 1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18" name="Shape 1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19" name="Shape 1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20" name="Shape 1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21" name="Shape 1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22" name="Shape 20"/>
          <p:cNvSpPr/>
          <p:nvPr/>
        </p:nvSpPr>
        <p:spPr>
          <a:xfrm>
            <a:off x="3337560" y="2788920"/>
            <a:ext cx="5486400" cy="1280160"/>
          </a:xfrm>
          <a:prstGeom prst="roundRect">
            <a:avLst>
              <a:gd name="adj" fmla="val 10714"/>
            </a:avLst>
          </a:prstGeom>
          <a:solidFill>
            <a:srgbClr val="E3B341"/>
          </a:solidFill>
          <a:ln/>
        </p:spPr>
        <p:txBody>
          <a:bodyPr/>
          <a:lstStyle/>
          <a:p>
            <a:endParaRPr lang="en-IN"/>
          </a:p>
        </p:txBody>
      </p:sp>
      <p:sp>
        <p:nvSpPr>
          <p:cNvPr id="23" name="Text 21"/>
          <p:cNvSpPr/>
          <p:nvPr/>
        </p:nvSpPr>
        <p:spPr>
          <a:xfrm>
            <a:off x="3337560" y="2880360"/>
            <a:ext cx="5486400" cy="502920"/>
          </a:xfrm>
          <a:prstGeom prst="rect">
            <a:avLst/>
          </a:prstGeom>
          <a:noFill/>
          <a:ln/>
        </p:spPr>
        <p:txBody>
          <a:bodyPr wrap="square" lIns="0" tIns="0" rIns="0" bIns="0" rtlCol="0" anchor="ctr"/>
          <a:lstStyle/>
          <a:p>
            <a:pPr marL="0" indent="0" algn="ctr">
              <a:buNone/>
            </a:pPr>
            <a:r>
              <a:rPr lang="en-US" sz="1600" dirty="0">
                <a:solidFill>
                  <a:srgbClr val="4A0E18"/>
                </a:solidFill>
                <a:latin typeface="Latha" pitchFamily="34" charset="0"/>
                <a:ea typeface="Latha" pitchFamily="34" charset="-122"/>
                <a:cs typeface="Latha" pitchFamily="34" charset="-120"/>
              </a:rPr>
              <a:t>வினாடி வினா</a:t>
            </a:r>
            <a:endParaRPr lang="en-US" sz="1600" dirty="0"/>
          </a:p>
        </p:txBody>
      </p:sp>
      <p:sp>
        <p:nvSpPr>
          <p:cNvPr id="24" name="Text 22"/>
          <p:cNvSpPr/>
          <p:nvPr/>
        </p:nvSpPr>
        <p:spPr>
          <a:xfrm>
            <a:off x="3337560" y="3246120"/>
            <a:ext cx="5486400" cy="731520"/>
          </a:xfrm>
          <a:prstGeom prst="rect">
            <a:avLst/>
          </a:prstGeom>
          <a:noFill/>
          <a:ln/>
        </p:spPr>
        <p:txBody>
          <a:bodyPr wrap="square" lIns="0" tIns="0" rIns="0" bIns="0" rtlCol="0" anchor="ctr"/>
          <a:lstStyle/>
          <a:p>
            <a:pPr marL="0" indent="0" algn="ctr">
              <a:buNone/>
            </a:pPr>
            <a:r>
              <a:rPr lang="en-US" sz="2600" b="1" dirty="0">
                <a:solidFill>
                  <a:srgbClr val="4A0E18"/>
                </a:solidFill>
                <a:latin typeface="Latha" pitchFamily="34" charset="0"/>
                <a:ea typeface="Latha" pitchFamily="34" charset="-122"/>
                <a:cs typeface="Latha" pitchFamily="34" charset="-120"/>
              </a:rPr>
              <a:t>பாடல் 2</a:t>
            </a:r>
            <a:endParaRPr lang="en-US" sz="2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4">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4</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முருகனின் வாகனமாகக் கூறப்படுவது எது?</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மயில்</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குதிரை</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யானை</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நரி</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5">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4</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முருகனின் வாகனமாகக் கூறப்படுவது எது?</a:t>
            </a:r>
            <a:endParaRPr lang="en-US" sz="2200" dirty="0"/>
          </a:p>
        </p:txBody>
      </p:sp>
      <p:sp>
        <p:nvSpPr>
          <p:cNvPr id="15" name="Shape 13"/>
          <p:cNvSpPr/>
          <p:nvPr/>
        </p:nvSpPr>
        <p:spPr>
          <a:xfrm>
            <a:off x="548640" y="288036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2E7D32"/>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மயில்</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குதிரை</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alpha val="45000"/>
            </a:srgbClr>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யானை</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நரி</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6">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5</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குறவள்ளி யார்?</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முருகனின் சகோதரி</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முருகனின் தாய்</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முருகனின் மனைவி</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ஒரு தேவதை</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7">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5</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குறவள்ளி யார்?</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முருகனின் சகோதரி</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முருகனின் தாய்</a:t>
            </a:r>
            <a:endParaRPr lang="en-US" sz="1500" dirty="0"/>
          </a:p>
        </p:txBody>
      </p:sp>
      <p:sp>
        <p:nvSpPr>
          <p:cNvPr id="23" name="Shape 21"/>
          <p:cNvSpPr/>
          <p:nvPr/>
        </p:nvSpPr>
        <p:spPr>
          <a:xfrm>
            <a:off x="548640" y="434340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2E7D32"/>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முருகனின் மனைவி</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ஒரு தேவதை</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8">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6</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முருகனின் கோவில் அமைந்துள்ள மலையின் பெயர் என்ன?</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கழுகாசலம் (கழுகுமலை)</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திருப்பரங்குன்றம்</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பழனி மலை</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சுவாமிமலை</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9">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6</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முருகனின் கோவில் அமைந்துள்ள மலையின் பெயர் என்ன?</a:t>
            </a:r>
            <a:endParaRPr lang="en-US" sz="2200" dirty="0"/>
          </a:p>
        </p:txBody>
      </p:sp>
      <p:sp>
        <p:nvSpPr>
          <p:cNvPr id="15" name="Shape 13"/>
          <p:cNvSpPr/>
          <p:nvPr/>
        </p:nvSpPr>
        <p:spPr>
          <a:xfrm>
            <a:off x="548640" y="288036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2E7D32"/>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கழுகாசலம் (கழுகுமலை)</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திருப்பரங்குன்றம்</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alpha val="45000"/>
            </a:srgbClr>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பழனி மலை</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சுவாமிமலை</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5">
    <p:bg>
      <p:bgPr>
        <a:solidFill>
          <a:srgbClr val="FFFDF6"/>
        </a:solidFill>
        <a:effectLst/>
      </p:bgPr>
    </p:bg>
    <p:spTree>
      <p:nvGrpSpPr>
        <p:cNvPr id="1" name=""/>
        <p:cNvGrpSpPr/>
        <p:nvPr/>
      </p:nvGrpSpPr>
      <p:grpSpPr>
        <a:xfrm>
          <a:off x="0" y="0"/>
          <a:ext cx="0" cy="0"/>
          <a:chOff x="0" y="0"/>
          <a:chExt cx="0" cy="0"/>
        </a:xfrm>
      </p:grpSpPr>
      <p:sp>
        <p:nvSpPr>
          <p:cNvPr id="2" name="Shape 0"/>
          <p:cNvSpPr/>
          <p:nvPr/>
        </p:nvSpPr>
        <p:spPr>
          <a:xfrm>
            <a:off x="320040" y="320040"/>
            <a:ext cx="64008" cy="64008"/>
          </a:xfrm>
          <a:prstGeom prst="ellipse">
            <a:avLst/>
          </a:prstGeom>
          <a:solidFill>
            <a:srgbClr val="C9962C">
              <a:alpha val="75000"/>
            </a:srgbClr>
          </a:solidFill>
          <a:ln/>
        </p:spPr>
        <p:txBody>
          <a:bodyPr/>
          <a:lstStyle/>
          <a:p>
            <a:endParaRPr lang="en-IN"/>
          </a:p>
        </p:txBody>
      </p:sp>
      <p:sp>
        <p:nvSpPr>
          <p:cNvPr id="3" name="Shape 1"/>
          <p:cNvSpPr/>
          <p:nvPr/>
        </p:nvSpPr>
        <p:spPr>
          <a:xfrm>
            <a:off x="521208" y="320040"/>
            <a:ext cx="64008" cy="64008"/>
          </a:xfrm>
          <a:prstGeom prst="ellipse">
            <a:avLst/>
          </a:prstGeom>
          <a:solidFill>
            <a:srgbClr val="C9962C">
              <a:alpha val="75000"/>
            </a:srgbClr>
          </a:solidFill>
          <a:ln/>
        </p:spPr>
        <p:txBody>
          <a:bodyPr/>
          <a:lstStyle/>
          <a:p>
            <a:endParaRPr lang="en-IN"/>
          </a:p>
        </p:txBody>
      </p:sp>
      <p:sp>
        <p:nvSpPr>
          <p:cNvPr id="4" name="Shape 2"/>
          <p:cNvSpPr/>
          <p:nvPr/>
        </p:nvSpPr>
        <p:spPr>
          <a:xfrm>
            <a:off x="722376" y="320040"/>
            <a:ext cx="64008" cy="64008"/>
          </a:xfrm>
          <a:prstGeom prst="ellipse">
            <a:avLst/>
          </a:prstGeom>
          <a:solidFill>
            <a:srgbClr val="C9962C">
              <a:alpha val="75000"/>
            </a:srgbClr>
          </a:solidFill>
          <a:ln/>
        </p:spPr>
        <p:txBody>
          <a:bodyPr/>
          <a:lstStyle/>
          <a:p>
            <a:endParaRPr lang="en-IN"/>
          </a:p>
        </p:txBody>
      </p:sp>
      <p:sp>
        <p:nvSpPr>
          <p:cNvPr id="5" name="Shape 3"/>
          <p:cNvSpPr/>
          <p:nvPr/>
        </p:nvSpPr>
        <p:spPr>
          <a:xfrm>
            <a:off x="923544" y="320040"/>
            <a:ext cx="64008" cy="64008"/>
          </a:xfrm>
          <a:prstGeom prst="ellipse">
            <a:avLst/>
          </a:prstGeom>
          <a:solidFill>
            <a:srgbClr val="C9962C">
              <a:alpha val="75000"/>
            </a:srgbClr>
          </a:solidFill>
          <a:ln/>
        </p:spPr>
        <p:txBody>
          <a:bodyPr/>
          <a:lstStyle/>
          <a:p>
            <a:endParaRPr lang="en-IN"/>
          </a:p>
        </p:txBody>
      </p:sp>
      <p:sp>
        <p:nvSpPr>
          <p:cNvPr id="6" name="Shape 4"/>
          <p:cNvSpPr/>
          <p:nvPr/>
        </p:nvSpPr>
        <p:spPr>
          <a:xfrm>
            <a:off x="420624" y="521208"/>
            <a:ext cx="64008" cy="64008"/>
          </a:xfrm>
          <a:prstGeom prst="ellipse">
            <a:avLst/>
          </a:prstGeom>
          <a:solidFill>
            <a:srgbClr val="C9962C">
              <a:alpha val="75000"/>
            </a:srgbClr>
          </a:solidFill>
          <a:ln/>
        </p:spPr>
        <p:txBody>
          <a:bodyPr/>
          <a:lstStyle/>
          <a:p>
            <a:endParaRPr lang="en-IN"/>
          </a:p>
        </p:txBody>
      </p:sp>
      <p:sp>
        <p:nvSpPr>
          <p:cNvPr id="7" name="Shape 5"/>
          <p:cNvSpPr/>
          <p:nvPr/>
        </p:nvSpPr>
        <p:spPr>
          <a:xfrm>
            <a:off x="621792" y="521208"/>
            <a:ext cx="64008" cy="64008"/>
          </a:xfrm>
          <a:prstGeom prst="ellipse">
            <a:avLst/>
          </a:prstGeom>
          <a:solidFill>
            <a:srgbClr val="C9962C">
              <a:alpha val="75000"/>
            </a:srgbClr>
          </a:solidFill>
          <a:ln/>
        </p:spPr>
        <p:txBody>
          <a:bodyPr/>
          <a:lstStyle/>
          <a:p>
            <a:endParaRPr lang="en-IN"/>
          </a:p>
        </p:txBody>
      </p:sp>
      <p:sp>
        <p:nvSpPr>
          <p:cNvPr id="8" name="Shape 6"/>
          <p:cNvSpPr/>
          <p:nvPr/>
        </p:nvSpPr>
        <p:spPr>
          <a:xfrm>
            <a:off x="822960" y="521208"/>
            <a:ext cx="64008" cy="64008"/>
          </a:xfrm>
          <a:prstGeom prst="ellipse">
            <a:avLst/>
          </a:prstGeom>
          <a:solidFill>
            <a:srgbClr val="C9962C">
              <a:alpha val="75000"/>
            </a:srgbClr>
          </a:solidFill>
          <a:ln/>
        </p:spPr>
        <p:txBody>
          <a:bodyPr/>
          <a:lstStyle/>
          <a:p>
            <a:endParaRPr lang="en-IN"/>
          </a:p>
        </p:txBody>
      </p:sp>
      <p:sp>
        <p:nvSpPr>
          <p:cNvPr id="9" name="Shape 7"/>
          <p:cNvSpPr/>
          <p:nvPr/>
        </p:nvSpPr>
        <p:spPr>
          <a:xfrm>
            <a:off x="521208" y="722376"/>
            <a:ext cx="64008" cy="64008"/>
          </a:xfrm>
          <a:prstGeom prst="ellipse">
            <a:avLst/>
          </a:prstGeom>
          <a:solidFill>
            <a:srgbClr val="C9962C">
              <a:alpha val="75000"/>
            </a:srgbClr>
          </a:solidFill>
          <a:ln/>
        </p:spPr>
        <p:txBody>
          <a:bodyPr/>
          <a:lstStyle/>
          <a:p>
            <a:endParaRPr lang="en-IN"/>
          </a:p>
        </p:txBody>
      </p:sp>
      <p:sp>
        <p:nvSpPr>
          <p:cNvPr id="10" name="Shape 8"/>
          <p:cNvSpPr/>
          <p:nvPr/>
        </p:nvSpPr>
        <p:spPr>
          <a:xfrm>
            <a:off x="722376" y="722376"/>
            <a:ext cx="64008" cy="64008"/>
          </a:xfrm>
          <a:prstGeom prst="ellipse">
            <a:avLst/>
          </a:prstGeom>
          <a:solidFill>
            <a:srgbClr val="C9962C">
              <a:alpha val="75000"/>
            </a:srgbClr>
          </a:solidFill>
          <a:ln/>
        </p:spPr>
        <p:txBody>
          <a:bodyPr/>
          <a:lstStyle/>
          <a:p>
            <a:endParaRPr lang="en-IN"/>
          </a:p>
        </p:txBody>
      </p:sp>
      <p:sp>
        <p:nvSpPr>
          <p:cNvPr id="11" name="Shape 9"/>
          <p:cNvSpPr/>
          <p:nvPr/>
        </p:nvSpPr>
        <p:spPr>
          <a:xfrm>
            <a:off x="621792" y="923544"/>
            <a:ext cx="64008" cy="64008"/>
          </a:xfrm>
          <a:prstGeom prst="ellipse">
            <a:avLst/>
          </a:prstGeom>
          <a:solidFill>
            <a:srgbClr val="C9962C">
              <a:alpha val="75000"/>
            </a:srgbClr>
          </a:solidFill>
          <a:ln/>
        </p:spPr>
        <p:txBody>
          <a:bodyPr/>
          <a:lstStyle/>
          <a:p>
            <a:endParaRPr lang="en-IN"/>
          </a:p>
        </p:txBody>
      </p:sp>
      <p:sp>
        <p:nvSpPr>
          <p:cNvPr id="12" name="Shape 10"/>
          <p:cNvSpPr/>
          <p:nvPr/>
        </p:nvSpPr>
        <p:spPr>
          <a:xfrm>
            <a:off x="548640" y="457200"/>
            <a:ext cx="2377440" cy="457200"/>
          </a:xfrm>
          <a:prstGeom prst="roundRect">
            <a:avLst>
              <a:gd name="adj" fmla="val 50000"/>
            </a:avLst>
          </a:prstGeom>
          <a:solidFill>
            <a:srgbClr val="6E1423"/>
          </a:solidFill>
          <a:ln/>
        </p:spPr>
        <p:txBody>
          <a:bodyPr/>
          <a:lstStyle/>
          <a:p>
            <a:endParaRPr lang="en-IN"/>
          </a:p>
        </p:txBody>
      </p:sp>
      <p:sp>
        <p:nvSpPr>
          <p:cNvPr id="13" name="Text 11"/>
          <p:cNvSpPr/>
          <p:nvPr/>
        </p:nvSpPr>
        <p:spPr>
          <a:xfrm>
            <a:off x="548640" y="457200"/>
            <a:ext cx="2377440" cy="457200"/>
          </a:xfrm>
          <a:prstGeom prst="rect">
            <a:avLst/>
          </a:prstGeom>
          <a:noFill/>
          <a:ln/>
        </p:spPr>
        <p:txBody>
          <a:bodyPr wrap="square" lIns="0" tIns="0" rIns="0" bIns="0" rtlCol="0" anchor="ctr"/>
          <a:lstStyle/>
          <a:p>
            <a:pPr marL="0" indent="0" algn="ctr">
              <a:buNone/>
            </a:pPr>
            <a:r>
              <a:rPr lang="en-US" sz="1400" b="1" dirty="0">
                <a:solidFill>
                  <a:srgbClr val="FBF3E1"/>
                </a:solidFill>
                <a:latin typeface="Latha" pitchFamily="34" charset="0"/>
                <a:ea typeface="Latha" pitchFamily="34" charset="-122"/>
                <a:cs typeface="Latha" pitchFamily="34" charset="-120"/>
              </a:rPr>
              <a:t>கோயில் வளம் — பாடல் 3</a:t>
            </a:r>
            <a:endParaRPr lang="en-US" sz="1400" dirty="0"/>
          </a:p>
        </p:txBody>
      </p:sp>
      <p:sp>
        <p:nvSpPr>
          <p:cNvPr id="14" name="Shape 12"/>
          <p:cNvSpPr/>
          <p:nvPr/>
        </p:nvSpPr>
        <p:spPr>
          <a:xfrm>
            <a:off x="10561320" y="365760"/>
            <a:ext cx="1005840" cy="1005840"/>
          </a:xfrm>
          <a:prstGeom prst="ellipse">
            <a:avLst/>
          </a:prstGeom>
          <a:solidFill>
            <a:srgbClr val="6E1423"/>
          </a:solidFill>
          <a:ln w="19050">
            <a:solidFill>
              <a:srgbClr val="C9962C"/>
            </a:solidFill>
            <a:prstDash val="solid"/>
          </a:ln>
        </p:spPr>
        <p:txBody>
          <a:bodyPr/>
          <a:lstStyle/>
          <a:p>
            <a:endParaRPr lang="en-IN"/>
          </a:p>
        </p:txBody>
      </p:sp>
      <p:sp>
        <p:nvSpPr>
          <p:cNvPr id="15" name="Text 13"/>
          <p:cNvSpPr/>
          <p:nvPr/>
        </p:nvSpPr>
        <p:spPr>
          <a:xfrm>
            <a:off x="10561320" y="365760"/>
            <a:ext cx="1005840" cy="1005840"/>
          </a:xfrm>
          <a:prstGeom prst="rect">
            <a:avLst/>
          </a:prstGeom>
          <a:noFill/>
          <a:ln/>
        </p:spPr>
        <p:txBody>
          <a:bodyPr wrap="square" lIns="0" tIns="0" rIns="0" bIns="0" rtlCol="0" anchor="ctr"/>
          <a:lstStyle/>
          <a:p>
            <a:pPr marL="0" indent="0" algn="ctr">
              <a:buNone/>
            </a:pPr>
            <a:r>
              <a:rPr lang="en-US" sz="3000" b="1" dirty="0">
                <a:solidFill>
                  <a:srgbClr val="E3B341"/>
                </a:solidFill>
                <a:latin typeface="Cambria" pitchFamily="34" charset="0"/>
                <a:ea typeface="Cambria" pitchFamily="34" charset="-122"/>
                <a:cs typeface="Cambria" pitchFamily="34" charset="-120"/>
              </a:rPr>
              <a:t>3</a:t>
            </a:r>
            <a:endParaRPr lang="en-US" sz="3000" dirty="0"/>
          </a:p>
        </p:txBody>
      </p:sp>
      <p:sp>
        <p:nvSpPr>
          <p:cNvPr id="16" name="Shape 14"/>
          <p:cNvSpPr/>
          <p:nvPr/>
        </p:nvSpPr>
        <p:spPr>
          <a:xfrm>
            <a:off x="548640" y="1188720"/>
            <a:ext cx="5212080" cy="5029200"/>
          </a:xfrm>
          <a:prstGeom prst="roundRect">
            <a:avLst>
              <a:gd name="adj" fmla="val 2182"/>
            </a:avLst>
          </a:prstGeom>
          <a:solidFill>
            <a:srgbClr val="6E1423"/>
          </a:solidFill>
          <a:ln/>
          <a:effectLst>
            <a:outerShdw blurRad="101600" dist="38100" dir="5400000" algn="bl" rotWithShape="0">
              <a:srgbClr val="000000">
                <a:alpha val="25000"/>
              </a:srgbClr>
            </a:outerShdw>
          </a:effectLst>
        </p:spPr>
        <p:txBody>
          <a:bodyPr/>
          <a:lstStyle/>
          <a:p>
            <a:endParaRPr lang="en-IN"/>
          </a:p>
        </p:txBody>
      </p:sp>
      <p:sp>
        <p:nvSpPr>
          <p:cNvPr id="17" name="Text 15"/>
          <p:cNvSpPr/>
          <p:nvPr/>
        </p:nvSpPr>
        <p:spPr>
          <a:xfrm>
            <a:off x="868680" y="1508760"/>
            <a:ext cx="4663440" cy="4480560"/>
          </a:xfrm>
          <a:prstGeom prst="rect">
            <a:avLst/>
          </a:prstGeom>
          <a:noFill/>
          <a:ln/>
        </p:spPr>
        <p:txBody>
          <a:bodyPr wrap="square" lIns="0" tIns="0" rIns="0" bIns="0" rtlCol="0" anchor="t"/>
          <a:lstStyle/>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கோபுரத் துத்தங்கத் தூவி - தேவர்</a:t>
            </a:r>
            <a:endParaRPr lang="en-US" sz="1700" dirty="0"/>
          </a:p>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கோபுரத் துக்கப்பால் மேவி - கண்கள்</a:t>
            </a:r>
            <a:endParaRPr lang="en-US" sz="1700" dirty="0"/>
          </a:p>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கூசப்பிர காசத்தொளி</a:t>
            </a:r>
            <a:endParaRPr lang="en-US" sz="1700" dirty="0"/>
          </a:p>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மாசற்று விலாசத்தொடு</a:t>
            </a:r>
            <a:endParaRPr lang="en-US" sz="1700" dirty="0"/>
          </a:p>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குலவும் புவி பலவும்.</a:t>
            </a:r>
            <a:endParaRPr lang="en-US" sz="1700" dirty="0"/>
          </a:p>
        </p:txBody>
      </p:sp>
      <p:sp>
        <p:nvSpPr>
          <p:cNvPr id="18" name="Shape 16"/>
          <p:cNvSpPr/>
          <p:nvPr/>
        </p:nvSpPr>
        <p:spPr>
          <a:xfrm>
            <a:off x="5989320" y="1188720"/>
            <a:ext cx="5623560" cy="5029200"/>
          </a:xfrm>
          <a:prstGeom prst="roundRect">
            <a:avLst>
              <a:gd name="adj" fmla="val 2182"/>
            </a:avLst>
          </a:prstGeom>
          <a:solidFill>
            <a:srgbClr val="FFFFFF"/>
          </a:solidFill>
          <a:ln w="19050">
            <a:solidFill>
              <a:srgbClr val="C9962C"/>
            </a:solidFill>
            <a:prstDash val="solid"/>
          </a:ln>
        </p:spPr>
        <p:txBody>
          <a:bodyPr/>
          <a:lstStyle/>
          <a:p>
            <a:endParaRPr lang="en-IN"/>
          </a:p>
        </p:txBody>
      </p:sp>
      <p:sp>
        <p:nvSpPr>
          <p:cNvPr id="19" name="Text 17"/>
          <p:cNvSpPr/>
          <p:nvPr/>
        </p:nvSpPr>
        <p:spPr>
          <a:xfrm>
            <a:off x="6263640" y="1371600"/>
            <a:ext cx="5029200" cy="411480"/>
          </a:xfrm>
          <a:prstGeom prst="rect">
            <a:avLst/>
          </a:prstGeom>
          <a:noFill/>
          <a:ln/>
        </p:spPr>
        <p:txBody>
          <a:bodyPr wrap="square" lIns="0" tIns="0" rIns="0" bIns="0" rtlCol="0" anchor="ctr"/>
          <a:lstStyle/>
          <a:p>
            <a:pPr marL="0" indent="0">
              <a:buNone/>
            </a:pPr>
            <a:r>
              <a:rPr lang="en-US" sz="1600" b="1" dirty="0">
                <a:solidFill>
                  <a:srgbClr val="C9962C"/>
                </a:solidFill>
                <a:latin typeface="Latha" pitchFamily="34" charset="0"/>
                <a:ea typeface="Latha" pitchFamily="34" charset="-122"/>
                <a:cs typeface="Latha" pitchFamily="34" charset="-120"/>
              </a:rPr>
              <a:t>பொருள்</a:t>
            </a:r>
            <a:endParaRPr lang="en-US" sz="1600" dirty="0"/>
          </a:p>
        </p:txBody>
      </p:sp>
      <p:sp>
        <p:nvSpPr>
          <p:cNvPr id="20" name="Text 18"/>
          <p:cNvSpPr/>
          <p:nvPr/>
        </p:nvSpPr>
        <p:spPr>
          <a:xfrm>
            <a:off x="6263640" y="1828800"/>
            <a:ext cx="5074920" cy="4206240"/>
          </a:xfrm>
          <a:prstGeom prst="rect">
            <a:avLst/>
          </a:prstGeom>
          <a:noFill/>
          <a:ln/>
        </p:spPr>
        <p:txBody>
          <a:bodyPr wrap="square" lIns="0" tIns="0" rIns="0" bIns="0" rtlCol="0" anchor="t"/>
          <a:lstStyle/>
          <a:p>
            <a:pPr marL="0" indent="0" algn="l">
              <a:lnSpc>
                <a:spcPct val="135000"/>
              </a:lnSpc>
              <a:buNone/>
            </a:pPr>
            <a:r>
              <a:rPr lang="en-US" sz="1550" dirty="0">
                <a:solidFill>
                  <a:srgbClr val="3B1F12"/>
                </a:solidFill>
                <a:latin typeface="Latha" pitchFamily="34" charset="0"/>
                <a:ea typeface="Latha" pitchFamily="34" charset="-122"/>
                <a:cs typeface="Latha" pitchFamily="34" charset="-120"/>
              </a:rPr>
              <a:t>கோவில் கோபுரத்தின் தங்கக் கலசம் தேவருலகையும் தாண்டி உயர்ந்து ஒளி வீசுகிறது. அந்த ஒளி, கண்கள் கூசும்படி குற்றமற்ற அழகுடன் பல உலகங்களிலும் பரவி விளங்குகிறது.</a:t>
            </a:r>
            <a:endParaRPr lang="en-US" sz="15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0">
    <p:bg>
      <p:bgPr>
        <a:solidFill>
          <a:srgbClr val="4A0E18"/>
        </a:solidFill>
        <a:effectLst/>
      </p:bgPr>
    </p:bg>
    <p:spTree>
      <p:nvGrpSpPr>
        <p:cNvPr id="1" name=""/>
        <p:cNvGrpSpPr/>
        <p:nvPr/>
      </p:nvGrpSpPr>
      <p:grpSpPr>
        <a:xfrm>
          <a:off x="0" y="0"/>
          <a:ext cx="0" cy="0"/>
          <a:chOff x="0" y="0"/>
          <a:chExt cx="0" cy="0"/>
        </a:xfrm>
      </p:grpSpPr>
      <p:sp>
        <p:nvSpPr>
          <p:cNvPr id="2" name="Shape 0"/>
          <p:cNvSpPr/>
          <p:nvPr/>
        </p:nvSpPr>
        <p:spPr>
          <a:xfrm>
            <a:off x="320040" y="320040"/>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521208" y="320040"/>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722376" y="320040"/>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923544" y="320040"/>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420624" y="521208"/>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621792" y="521208"/>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822960" y="521208"/>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521208" y="722376"/>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722376" y="722376"/>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621792" y="923544"/>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13" name="Shape 1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14" name="Shape 1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15" name="Shape 1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16" name="Shape 1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17" name="Shape 1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18" name="Shape 1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19" name="Shape 1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20" name="Shape 1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21" name="Shape 1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22" name="Shape 20"/>
          <p:cNvSpPr/>
          <p:nvPr/>
        </p:nvSpPr>
        <p:spPr>
          <a:xfrm>
            <a:off x="3337560" y="2788920"/>
            <a:ext cx="5486400" cy="1280160"/>
          </a:xfrm>
          <a:prstGeom prst="roundRect">
            <a:avLst>
              <a:gd name="adj" fmla="val 10714"/>
            </a:avLst>
          </a:prstGeom>
          <a:solidFill>
            <a:srgbClr val="E3B341"/>
          </a:solidFill>
          <a:ln/>
        </p:spPr>
        <p:txBody>
          <a:bodyPr/>
          <a:lstStyle/>
          <a:p>
            <a:endParaRPr lang="en-IN"/>
          </a:p>
        </p:txBody>
      </p:sp>
      <p:sp>
        <p:nvSpPr>
          <p:cNvPr id="23" name="Text 21"/>
          <p:cNvSpPr/>
          <p:nvPr/>
        </p:nvSpPr>
        <p:spPr>
          <a:xfrm>
            <a:off x="3337560" y="2880360"/>
            <a:ext cx="5486400" cy="502920"/>
          </a:xfrm>
          <a:prstGeom prst="rect">
            <a:avLst/>
          </a:prstGeom>
          <a:noFill/>
          <a:ln/>
        </p:spPr>
        <p:txBody>
          <a:bodyPr wrap="square" lIns="0" tIns="0" rIns="0" bIns="0" rtlCol="0" anchor="ctr"/>
          <a:lstStyle/>
          <a:p>
            <a:pPr marL="0" indent="0" algn="ctr">
              <a:buNone/>
            </a:pPr>
            <a:r>
              <a:rPr lang="en-US" sz="1600" dirty="0">
                <a:solidFill>
                  <a:srgbClr val="4A0E18"/>
                </a:solidFill>
                <a:latin typeface="Latha" pitchFamily="34" charset="0"/>
                <a:ea typeface="Latha" pitchFamily="34" charset="-122"/>
                <a:cs typeface="Latha" pitchFamily="34" charset="-120"/>
              </a:rPr>
              <a:t>வினாடி வினா</a:t>
            </a:r>
            <a:endParaRPr lang="en-US" sz="1600" dirty="0"/>
          </a:p>
        </p:txBody>
      </p:sp>
      <p:sp>
        <p:nvSpPr>
          <p:cNvPr id="24" name="Text 22"/>
          <p:cNvSpPr/>
          <p:nvPr/>
        </p:nvSpPr>
        <p:spPr>
          <a:xfrm>
            <a:off x="3337560" y="3246120"/>
            <a:ext cx="5486400" cy="731520"/>
          </a:xfrm>
          <a:prstGeom prst="rect">
            <a:avLst/>
          </a:prstGeom>
          <a:noFill/>
          <a:ln/>
        </p:spPr>
        <p:txBody>
          <a:bodyPr wrap="square" lIns="0" tIns="0" rIns="0" bIns="0" rtlCol="0" anchor="ctr"/>
          <a:lstStyle/>
          <a:p>
            <a:pPr marL="0" indent="0" algn="ctr">
              <a:buNone/>
            </a:pPr>
            <a:r>
              <a:rPr lang="en-US" sz="2600" b="1" dirty="0">
                <a:solidFill>
                  <a:srgbClr val="4A0E18"/>
                </a:solidFill>
                <a:latin typeface="Latha" pitchFamily="34" charset="0"/>
                <a:ea typeface="Latha" pitchFamily="34" charset="-122"/>
                <a:cs typeface="Latha" pitchFamily="34" charset="-120"/>
              </a:rPr>
              <a:t>பாடல் 3</a:t>
            </a:r>
            <a:endParaRPr lang="en-US" sz="2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1">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7</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கோபுரத்தின் மேலுள்ள கலசம் எந்த உலோகத்தால் ஆனது?</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இரும்பு</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செம்பு</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தங்கம்</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வெள்ளி</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2">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7</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கோபுரத்தின் மேலுள்ள கலசம் எந்த உலோகத்தால் ஆனது?</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இரும்பு</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செம்பு</a:t>
            </a:r>
            <a:endParaRPr lang="en-US" sz="1500" dirty="0"/>
          </a:p>
        </p:txBody>
      </p:sp>
      <p:sp>
        <p:nvSpPr>
          <p:cNvPr id="23" name="Shape 21"/>
          <p:cNvSpPr/>
          <p:nvPr/>
        </p:nvSpPr>
        <p:spPr>
          <a:xfrm>
            <a:off x="548640" y="434340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2E7D32"/>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தங்கம்</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வெள்ளி</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3">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8</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கோபுரத்தின் ஒளி எவ்வளவு தூரம் பரவுகிறது எனக் கூறப்படுகிறது?</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கடல் வரை</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நிலவு வரை</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மலை உச்சி வரை</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தேவருலகைத் தாண்டி</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4">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8</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கோபுரத்தின் ஒளி எவ்வளவு தூரம் பரவுகிறது எனக் கூறப்படுகிறது?</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கடல் வரை</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நிலவு வரை</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alpha val="45000"/>
            </a:srgbClr>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மலை உச்சி வரை</a:t>
            </a:r>
            <a:endParaRPr lang="en-US" sz="1500" dirty="0"/>
          </a:p>
        </p:txBody>
      </p:sp>
      <p:sp>
        <p:nvSpPr>
          <p:cNvPr id="27" name="Shape 25"/>
          <p:cNvSpPr/>
          <p:nvPr/>
        </p:nvSpPr>
        <p:spPr>
          <a:xfrm>
            <a:off x="6263640" y="434340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2E7D32"/>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தேவருலகைத் தாண்டி</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5">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9</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அவ்வொளியால் என்ன நிகழ்கிறது எனக் கூறப்படுகிறது?</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மழை பெய்யும்</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இருள் மறையும்</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கண்கள் கூசும்படி பரவுகிறது</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பூக்கள் மலரும்</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6">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9</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அவ்வொளியால் என்ன நிகழ்கிறது எனக் கூறப்படுகிறது?</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மழை பெய்யும்</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இருள் மறையும்</a:t>
            </a:r>
            <a:endParaRPr lang="en-US" sz="1500" dirty="0"/>
          </a:p>
        </p:txBody>
      </p:sp>
      <p:sp>
        <p:nvSpPr>
          <p:cNvPr id="23" name="Shape 21"/>
          <p:cNvSpPr/>
          <p:nvPr/>
        </p:nvSpPr>
        <p:spPr>
          <a:xfrm>
            <a:off x="548640" y="434340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2E7D32"/>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கண்கள் கூசும்படி பரவுகிறது</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பூக்கள் மலரும்</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6">
    <p:bg>
      <p:bgPr>
        <a:solidFill>
          <a:srgbClr val="FFFDF6"/>
        </a:solidFill>
        <a:effectLst/>
      </p:bgPr>
    </p:bg>
    <p:spTree>
      <p:nvGrpSpPr>
        <p:cNvPr id="1" name=""/>
        <p:cNvGrpSpPr/>
        <p:nvPr/>
      </p:nvGrpSpPr>
      <p:grpSpPr>
        <a:xfrm>
          <a:off x="0" y="0"/>
          <a:ext cx="0" cy="0"/>
          <a:chOff x="0" y="0"/>
          <a:chExt cx="0" cy="0"/>
        </a:xfrm>
      </p:grpSpPr>
      <p:sp>
        <p:nvSpPr>
          <p:cNvPr id="2" name="Shape 0"/>
          <p:cNvSpPr/>
          <p:nvPr/>
        </p:nvSpPr>
        <p:spPr>
          <a:xfrm>
            <a:off x="320040" y="320040"/>
            <a:ext cx="64008" cy="64008"/>
          </a:xfrm>
          <a:prstGeom prst="ellipse">
            <a:avLst/>
          </a:prstGeom>
          <a:solidFill>
            <a:srgbClr val="C9962C">
              <a:alpha val="75000"/>
            </a:srgbClr>
          </a:solidFill>
          <a:ln/>
        </p:spPr>
        <p:txBody>
          <a:bodyPr/>
          <a:lstStyle/>
          <a:p>
            <a:endParaRPr lang="en-IN"/>
          </a:p>
        </p:txBody>
      </p:sp>
      <p:sp>
        <p:nvSpPr>
          <p:cNvPr id="3" name="Shape 1"/>
          <p:cNvSpPr/>
          <p:nvPr/>
        </p:nvSpPr>
        <p:spPr>
          <a:xfrm>
            <a:off x="521208" y="320040"/>
            <a:ext cx="64008" cy="64008"/>
          </a:xfrm>
          <a:prstGeom prst="ellipse">
            <a:avLst/>
          </a:prstGeom>
          <a:solidFill>
            <a:srgbClr val="C9962C">
              <a:alpha val="75000"/>
            </a:srgbClr>
          </a:solidFill>
          <a:ln/>
        </p:spPr>
        <p:txBody>
          <a:bodyPr/>
          <a:lstStyle/>
          <a:p>
            <a:endParaRPr lang="en-IN"/>
          </a:p>
        </p:txBody>
      </p:sp>
      <p:sp>
        <p:nvSpPr>
          <p:cNvPr id="4" name="Shape 2"/>
          <p:cNvSpPr/>
          <p:nvPr/>
        </p:nvSpPr>
        <p:spPr>
          <a:xfrm>
            <a:off x="722376" y="320040"/>
            <a:ext cx="64008" cy="64008"/>
          </a:xfrm>
          <a:prstGeom prst="ellipse">
            <a:avLst/>
          </a:prstGeom>
          <a:solidFill>
            <a:srgbClr val="C9962C">
              <a:alpha val="75000"/>
            </a:srgbClr>
          </a:solidFill>
          <a:ln/>
        </p:spPr>
        <p:txBody>
          <a:bodyPr/>
          <a:lstStyle/>
          <a:p>
            <a:endParaRPr lang="en-IN"/>
          </a:p>
        </p:txBody>
      </p:sp>
      <p:sp>
        <p:nvSpPr>
          <p:cNvPr id="5" name="Shape 3"/>
          <p:cNvSpPr/>
          <p:nvPr/>
        </p:nvSpPr>
        <p:spPr>
          <a:xfrm>
            <a:off x="923544" y="320040"/>
            <a:ext cx="64008" cy="64008"/>
          </a:xfrm>
          <a:prstGeom prst="ellipse">
            <a:avLst/>
          </a:prstGeom>
          <a:solidFill>
            <a:srgbClr val="C9962C">
              <a:alpha val="75000"/>
            </a:srgbClr>
          </a:solidFill>
          <a:ln/>
        </p:spPr>
        <p:txBody>
          <a:bodyPr/>
          <a:lstStyle/>
          <a:p>
            <a:endParaRPr lang="en-IN"/>
          </a:p>
        </p:txBody>
      </p:sp>
      <p:sp>
        <p:nvSpPr>
          <p:cNvPr id="6" name="Shape 4"/>
          <p:cNvSpPr/>
          <p:nvPr/>
        </p:nvSpPr>
        <p:spPr>
          <a:xfrm>
            <a:off x="420624" y="521208"/>
            <a:ext cx="64008" cy="64008"/>
          </a:xfrm>
          <a:prstGeom prst="ellipse">
            <a:avLst/>
          </a:prstGeom>
          <a:solidFill>
            <a:srgbClr val="C9962C">
              <a:alpha val="75000"/>
            </a:srgbClr>
          </a:solidFill>
          <a:ln/>
        </p:spPr>
        <p:txBody>
          <a:bodyPr/>
          <a:lstStyle/>
          <a:p>
            <a:endParaRPr lang="en-IN"/>
          </a:p>
        </p:txBody>
      </p:sp>
      <p:sp>
        <p:nvSpPr>
          <p:cNvPr id="7" name="Shape 5"/>
          <p:cNvSpPr/>
          <p:nvPr/>
        </p:nvSpPr>
        <p:spPr>
          <a:xfrm>
            <a:off x="621792" y="521208"/>
            <a:ext cx="64008" cy="64008"/>
          </a:xfrm>
          <a:prstGeom prst="ellipse">
            <a:avLst/>
          </a:prstGeom>
          <a:solidFill>
            <a:srgbClr val="C9962C">
              <a:alpha val="75000"/>
            </a:srgbClr>
          </a:solidFill>
          <a:ln/>
        </p:spPr>
        <p:txBody>
          <a:bodyPr/>
          <a:lstStyle/>
          <a:p>
            <a:endParaRPr lang="en-IN"/>
          </a:p>
        </p:txBody>
      </p:sp>
      <p:sp>
        <p:nvSpPr>
          <p:cNvPr id="8" name="Shape 6"/>
          <p:cNvSpPr/>
          <p:nvPr/>
        </p:nvSpPr>
        <p:spPr>
          <a:xfrm>
            <a:off x="822960" y="521208"/>
            <a:ext cx="64008" cy="64008"/>
          </a:xfrm>
          <a:prstGeom prst="ellipse">
            <a:avLst/>
          </a:prstGeom>
          <a:solidFill>
            <a:srgbClr val="C9962C">
              <a:alpha val="75000"/>
            </a:srgbClr>
          </a:solidFill>
          <a:ln/>
        </p:spPr>
        <p:txBody>
          <a:bodyPr/>
          <a:lstStyle/>
          <a:p>
            <a:endParaRPr lang="en-IN"/>
          </a:p>
        </p:txBody>
      </p:sp>
      <p:sp>
        <p:nvSpPr>
          <p:cNvPr id="9" name="Shape 7"/>
          <p:cNvSpPr/>
          <p:nvPr/>
        </p:nvSpPr>
        <p:spPr>
          <a:xfrm>
            <a:off x="521208" y="722376"/>
            <a:ext cx="64008" cy="64008"/>
          </a:xfrm>
          <a:prstGeom prst="ellipse">
            <a:avLst/>
          </a:prstGeom>
          <a:solidFill>
            <a:srgbClr val="C9962C">
              <a:alpha val="75000"/>
            </a:srgbClr>
          </a:solidFill>
          <a:ln/>
        </p:spPr>
        <p:txBody>
          <a:bodyPr/>
          <a:lstStyle/>
          <a:p>
            <a:endParaRPr lang="en-IN"/>
          </a:p>
        </p:txBody>
      </p:sp>
      <p:sp>
        <p:nvSpPr>
          <p:cNvPr id="10" name="Shape 8"/>
          <p:cNvSpPr/>
          <p:nvPr/>
        </p:nvSpPr>
        <p:spPr>
          <a:xfrm>
            <a:off x="722376" y="722376"/>
            <a:ext cx="64008" cy="64008"/>
          </a:xfrm>
          <a:prstGeom prst="ellipse">
            <a:avLst/>
          </a:prstGeom>
          <a:solidFill>
            <a:srgbClr val="C9962C">
              <a:alpha val="75000"/>
            </a:srgbClr>
          </a:solidFill>
          <a:ln/>
        </p:spPr>
        <p:txBody>
          <a:bodyPr/>
          <a:lstStyle/>
          <a:p>
            <a:endParaRPr lang="en-IN"/>
          </a:p>
        </p:txBody>
      </p:sp>
      <p:sp>
        <p:nvSpPr>
          <p:cNvPr id="11" name="Shape 9"/>
          <p:cNvSpPr/>
          <p:nvPr/>
        </p:nvSpPr>
        <p:spPr>
          <a:xfrm>
            <a:off x="621792" y="923544"/>
            <a:ext cx="64008" cy="64008"/>
          </a:xfrm>
          <a:prstGeom prst="ellipse">
            <a:avLst/>
          </a:prstGeom>
          <a:solidFill>
            <a:srgbClr val="C9962C">
              <a:alpha val="75000"/>
            </a:srgbClr>
          </a:solidFill>
          <a:ln/>
        </p:spPr>
        <p:txBody>
          <a:bodyPr/>
          <a:lstStyle/>
          <a:p>
            <a:endParaRPr lang="en-IN"/>
          </a:p>
        </p:txBody>
      </p:sp>
      <p:sp>
        <p:nvSpPr>
          <p:cNvPr id="12" name="Shape 10"/>
          <p:cNvSpPr/>
          <p:nvPr/>
        </p:nvSpPr>
        <p:spPr>
          <a:xfrm>
            <a:off x="548640" y="457200"/>
            <a:ext cx="2377440" cy="457200"/>
          </a:xfrm>
          <a:prstGeom prst="roundRect">
            <a:avLst>
              <a:gd name="adj" fmla="val 50000"/>
            </a:avLst>
          </a:prstGeom>
          <a:solidFill>
            <a:srgbClr val="6E1423"/>
          </a:solidFill>
          <a:ln/>
        </p:spPr>
        <p:txBody>
          <a:bodyPr/>
          <a:lstStyle/>
          <a:p>
            <a:endParaRPr lang="en-IN"/>
          </a:p>
        </p:txBody>
      </p:sp>
      <p:sp>
        <p:nvSpPr>
          <p:cNvPr id="13" name="Text 11"/>
          <p:cNvSpPr/>
          <p:nvPr/>
        </p:nvSpPr>
        <p:spPr>
          <a:xfrm>
            <a:off x="548640" y="457200"/>
            <a:ext cx="2377440" cy="457200"/>
          </a:xfrm>
          <a:prstGeom prst="rect">
            <a:avLst/>
          </a:prstGeom>
          <a:noFill/>
          <a:ln/>
        </p:spPr>
        <p:txBody>
          <a:bodyPr wrap="square" lIns="0" tIns="0" rIns="0" bIns="0" rtlCol="0" anchor="ctr"/>
          <a:lstStyle/>
          <a:p>
            <a:pPr marL="0" indent="0" algn="ctr">
              <a:buNone/>
            </a:pPr>
            <a:r>
              <a:rPr lang="en-US" sz="1400" b="1" dirty="0">
                <a:solidFill>
                  <a:srgbClr val="FBF3E1"/>
                </a:solidFill>
                <a:latin typeface="Latha" pitchFamily="34" charset="0"/>
                <a:ea typeface="Latha" pitchFamily="34" charset="-122"/>
                <a:cs typeface="Latha" pitchFamily="34" charset="-120"/>
              </a:rPr>
              <a:t>கோயில் வளம் — பாடல் 4</a:t>
            </a:r>
            <a:endParaRPr lang="en-US" sz="1400" dirty="0"/>
          </a:p>
        </p:txBody>
      </p:sp>
      <p:sp>
        <p:nvSpPr>
          <p:cNvPr id="14" name="Shape 12"/>
          <p:cNvSpPr/>
          <p:nvPr/>
        </p:nvSpPr>
        <p:spPr>
          <a:xfrm>
            <a:off x="10561320" y="365760"/>
            <a:ext cx="1005840" cy="1005840"/>
          </a:xfrm>
          <a:prstGeom prst="ellipse">
            <a:avLst/>
          </a:prstGeom>
          <a:solidFill>
            <a:srgbClr val="6E1423"/>
          </a:solidFill>
          <a:ln w="19050">
            <a:solidFill>
              <a:srgbClr val="C9962C"/>
            </a:solidFill>
            <a:prstDash val="solid"/>
          </a:ln>
        </p:spPr>
        <p:txBody>
          <a:bodyPr/>
          <a:lstStyle/>
          <a:p>
            <a:endParaRPr lang="en-IN"/>
          </a:p>
        </p:txBody>
      </p:sp>
      <p:sp>
        <p:nvSpPr>
          <p:cNvPr id="15" name="Text 13"/>
          <p:cNvSpPr/>
          <p:nvPr/>
        </p:nvSpPr>
        <p:spPr>
          <a:xfrm>
            <a:off x="10561320" y="365760"/>
            <a:ext cx="1005840" cy="1005840"/>
          </a:xfrm>
          <a:prstGeom prst="rect">
            <a:avLst/>
          </a:prstGeom>
          <a:noFill/>
          <a:ln/>
        </p:spPr>
        <p:txBody>
          <a:bodyPr wrap="square" lIns="0" tIns="0" rIns="0" bIns="0" rtlCol="0" anchor="ctr"/>
          <a:lstStyle/>
          <a:p>
            <a:pPr marL="0" indent="0" algn="ctr">
              <a:buNone/>
            </a:pPr>
            <a:r>
              <a:rPr lang="en-US" sz="3000" b="1" dirty="0">
                <a:solidFill>
                  <a:srgbClr val="E3B341"/>
                </a:solidFill>
                <a:latin typeface="Cambria" pitchFamily="34" charset="0"/>
                <a:ea typeface="Cambria" pitchFamily="34" charset="-122"/>
                <a:cs typeface="Cambria" pitchFamily="34" charset="-120"/>
              </a:rPr>
              <a:t>4</a:t>
            </a:r>
            <a:endParaRPr lang="en-US" sz="3000" dirty="0"/>
          </a:p>
        </p:txBody>
      </p:sp>
      <p:sp>
        <p:nvSpPr>
          <p:cNvPr id="16" name="Shape 14"/>
          <p:cNvSpPr/>
          <p:nvPr/>
        </p:nvSpPr>
        <p:spPr>
          <a:xfrm>
            <a:off x="548640" y="1188720"/>
            <a:ext cx="5212080" cy="5029200"/>
          </a:xfrm>
          <a:prstGeom prst="roundRect">
            <a:avLst>
              <a:gd name="adj" fmla="val 2182"/>
            </a:avLst>
          </a:prstGeom>
          <a:solidFill>
            <a:srgbClr val="6E1423"/>
          </a:solidFill>
          <a:ln/>
          <a:effectLst>
            <a:outerShdw blurRad="101600" dist="38100" dir="5400000" algn="bl" rotWithShape="0">
              <a:srgbClr val="000000">
                <a:alpha val="25000"/>
              </a:srgbClr>
            </a:outerShdw>
          </a:effectLst>
        </p:spPr>
        <p:txBody>
          <a:bodyPr/>
          <a:lstStyle/>
          <a:p>
            <a:endParaRPr lang="en-IN"/>
          </a:p>
        </p:txBody>
      </p:sp>
      <p:sp>
        <p:nvSpPr>
          <p:cNvPr id="17" name="Text 15"/>
          <p:cNvSpPr/>
          <p:nvPr/>
        </p:nvSpPr>
        <p:spPr>
          <a:xfrm>
            <a:off x="868680" y="1508760"/>
            <a:ext cx="4663440" cy="4480560"/>
          </a:xfrm>
          <a:prstGeom prst="rect">
            <a:avLst/>
          </a:prstGeom>
          <a:noFill/>
          <a:ln/>
        </p:spPr>
        <p:txBody>
          <a:bodyPr wrap="square" lIns="0" tIns="0" rIns="0" bIns="0" rtlCol="0" anchor="t"/>
          <a:lstStyle/>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நூபுரத் துத்தொனி வெடிக்கும் - பத</a:t>
            </a:r>
            <a:endParaRPr lang="en-US" sz="1700" dirty="0"/>
          </a:p>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நுண்ணிடை மாதர்கள் நடிக்கும் - அங்கே</a:t>
            </a:r>
            <a:endParaRPr lang="en-US" sz="1700" dirty="0"/>
          </a:p>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நுழைவாரிடு முழவோசைகள்</a:t>
            </a:r>
            <a:endParaRPr lang="en-US" sz="1700" dirty="0"/>
          </a:p>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திசைமாசுணம் இடியோ என</a:t>
            </a:r>
            <a:endParaRPr lang="en-US" sz="1700" dirty="0"/>
          </a:p>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நோக்கும் படி தாக்கும்.</a:t>
            </a:r>
            <a:endParaRPr lang="en-US" sz="1700" dirty="0"/>
          </a:p>
        </p:txBody>
      </p:sp>
      <p:sp>
        <p:nvSpPr>
          <p:cNvPr id="18" name="Shape 16"/>
          <p:cNvSpPr/>
          <p:nvPr/>
        </p:nvSpPr>
        <p:spPr>
          <a:xfrm>
            <a:off x="5989320" y="1188720"/>
            <a:ext cx="5623560" cy="5029200"/>
          </a:xfrm>
          <a:prstGeom prst="roundRect">
            <a:avLst>
              <a:gd name="adj" fmla="val 2182"/>
            </a:avLst>
          </a:prstGeom>
          <a:solidFill>
            <a:srgbClr val="FFFFFF"/>
          </a:solidFill>
          <a:ln w="19050">
            <a:solidFill>
              <a:srgbClr val="C9962C"/>
            </a:solidFill>
            <a:prstDash val="solid"/>
          </a:ln>
        </p:spPr>
        <p:txBody>
          <a:bodyPr/>
          <a:lstStyle/>
          <a:p>
            <a:endParaRPr lang="en-IN"/>
          </a:p>
        </p:txBody>
      </p:sp>
      <p:sp>
        <p:nvSpPr>
          <p:cNvPr id="19" name="Text 17"/>
          <p:cNvSpPr/>
          <p:nvPr/>
        </p:nvSpPr>
        <p:spPr>
          <a:xfrm>
            <a:off x="6263640" y="1371600"/>
            <a:ext cx="5029200" cy="411480"/>
          </a:xfrm>
          <a:prstGeom prst="rect">
            <a:avLst/>
          </a:prstGeom>
          <a:noFill/>
          <a:ln/>
        </p:spPr>
        <p:txBody>
          <a:bodyPr wrap="square" lIns="0" tIns="0" rIns="0" bIns="0" rtlCol="0" anchor="ctr"/>
          <a:lstStyle/>
          <a:p>
            <a:pPr marL="0" indent="0">
              <a:buNone/>
            </a:pPr>
            <a:r>
              <a:rPr lang="en-US" sz="1600" b="1" dirty="0">
                <a:solidFill>
                  <a:srgbClr val="C9962C"/>
                </a:solidFill>
                <a:latin typeface="Latha" pitchFamily="34" charset="0"/>
                <a:ea typeface="Latha" pitchFamily="34" charset="-122"/>
                <a:cs typeface="Latha" pitchFamily="34" charset="-120"/>
              </a:rPr>
              <a:t>பொருள்</a:t>
            </a:r>
            <a:endParaRPr lang="en-US" sz="1600" dirty="0"/>
          </a:p>
        </p:txBody>
      </p:sp>
      <p:sp>
        <p:nvSpPr>
          <p:cNvPr id="20" name="Text 18"/>
          <p:cNvSpPr/>
          <p:nvPr/>
        </p:nvSpPr>
        <p:spPr>
          <a:xfrm>
            <a:off x="6263640" y="1828800"/>
            <a:ext cx="5074920" cy="4206240"/>
          </a:xfrm>
          <a:prstGeom prst="rect">
            <a:avLst/>
          </a:prstGeom>
          <a:noFill/>
          <a:ln/>
        </p:spPr>
        <p:txBody>
          <a:bodyPr wrap="square" lIns="0" tIns="0" rIns="0" bIns="0" rtlCol="0" anchor="t"/>
          <a:lstStyle/>
          <a:p>
            <a:pPr marL="0" indent="0" algn="l">
              <a:lnSpc>
                <a:spcPct val="135000"/>
              </a:lnSpc>
              <a:buNone/>
            </a:pPr>
            <a:r>
              <a:rPr lang="en-US" sz="1550" dirty="0">
                <a:solidFill>
                  <a:srgbClr val="3B1F12"/>
                </a:solidFill>
                <a:latin typeface="Latha" pitchFamily="34" charset="0"/>
                <a:ea typeface="Latha" pitchFamily="34" charset="-122"/>
                <a:cs typeface="Latha" pitchFamily="34" charset="-120"/>
              </a:rPr>
              <a:t>மென்மையான இடையுடைய மாதர்களின் சிலம்பொலி முழங்க, அவர்கள் அங்கே நடனமாடுகின்றனர். கோவிலுள் நுழைவோர் எழுப்பும் முழவு ஓசைகள், இடிமுழக்கமோ எனத் திரும்பிப் பார்க்கும்படி காதைத் தாக்குகின்றன.</a:t>
            </a:r>
            <a:endParaRPr lang="en-US" sz="15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7">
    <p:bg>
      <p:bgPr>
        <a:solidFill>
          <a:srgbClr val="4A0E18"/>
        </a:solidFill>
        <a:effectLst/>
      </p:bgPr>
    </p:bg>
    <p:spTree>
      <p:nvGrpSpPr>
        <p:cNvPr id="1" name=""/>
        <p:cNvGrpSpPr/>
        <p:nvPr/>
      </p:nvGrpSpPr>
      <p:grpSpPr>
        <a:xfrm>
          <a:off x="0" y="0"/>
          <a:ext cx="0" cy="0"/>
          <a:chOff x="0" y="0"/>
          <a:chExt cx="0" cy="0"/>
        </a:xfrm>
      </p:grpSpPr>
      <p:sp>
        <p:nvSpPr>
          <p:cNvPr id="2" name="Shape 0"/>
          <p:cNvSpPr/>
          <p:nvPr/>
        </p:nvSpPr>
        <p:spPr>
          <a:xfrm>
            <a:off x="320040" y="320040"/>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521208" y="320040"/>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722376" y="320040"/>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923544" y="320040"/>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420624" y="521208"/>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621792" y="521208"/>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822960" y="521208"/>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521208" y="722376"/>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722376" y="722376"/>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621792" y="923544"/>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13" name="Shape 1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14" name="Shape 1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15" name="Shape 1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16" name="Shape 1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17" name="Shape 1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18" name="Shape 1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19" name="Shape 1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20" name="Shape 1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21" name="Shape 1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22" name="Shape 20"/>
          <p:cNvSpPr/>
          <p:nvPr/>
        </p:nvSpPr>
        <p:spPr>
          <a:xfrm>
            <a:off x="3337560" y="2788920"/>
            <a:ext cx="5486400" cy="1280160"/>
          </a:xfrm>
          <a:prstGeom prst="roundRect">
            <a:avLst>
              <a:gd name="adj" fmla="val 10714"/>
            </a:avLst>
          </a:prstGeom>
          <a:solidFill>
            <a:srgbClr val="E3B341"/>
          </a:solidFill>
          <a:ln/>
        </p:spPr>
        <p:txBody>
          <a:bodyPr/>
          <a:lstStyle/>
          <a:p>
            <a:endParaRPr lang="en-IN"/>
          </a:p>
        </p:txBody>
      </p:sp>
      <p:sp>
        <p:nvSpPr>
          <p:cNvPr id="23" name="Text 21"/>
          <p:cNvSpPr/>
          <p:nvPr/>
        </p:nvSpPr>
        <p:spPr>
          <a:xfrm>
            <a:off x="3337560" y="2880360"/>
            <a:ext cx="5486400" cy="502920"/>
          </a:xfrm>
          <a:prstGeom prst="rect">
            <a:avLst/>
          </a:prstGeom>
          <a:noFill/>
          <a:ln/>
        </p:spPr>
        <p:txBody>
          <a:bodyPr wrap="square" lIns="0" tIns="0" rIns="0" bIns="0" rtlCol="0" anchor="ctr"/>
          <a:lstStyle/>
          <a:p>
            <a:pPr marL="0" indent="0" algn="ctr">
              <a:buNone/>
            </a:pPr>
            <a:r>
              <a:rPr lang="en-US" sz="1600" dirty="0">
                <a:solidFill>
                  <a:srgbClr val="4A0E18"/>
                </a:solidFill>
                <a:latin typeface="Latha" pitchFamily="34" charset="0"/>
                <a:ea typeface="Latha" pitchFamily="34" charset="-122"/>
                <a:cs typeface="Latha" pitchFamily="34" charset="-120"/>
              </a:rPr>
              <a:t>வினாடி வினா</a:t>
            </a:r>
            <a:endParaRPr lang="en-US" sz="1600" dirty="0"/>
          </a:p>
        </p:txBody>
      </p:sp>
      <p:sp>
        <p:nvSpPr>
          <p:cNvPr id="24" name="Text 22"/>
          <p:cNvSpPr/>
          <p:nvPr/>
        </p:nvSpPr>
        <p:spPr>
          <a:xfrm>
            <a:off x="3337560" y="3246120"/>
            <a:ext cx="5486400" cy="731520"/>
          </a:xfrm>
          <a:prstGeom prst="rect">
            <a:avLst/>
          </a:prstGeom>
          <a:noFill/>
          <a:ln/>
        </p:spPr>
        <p:txBody>
          <a:bodyPr wrap="square" lIns="0" tIns="0" rIns="0" bIns="0" rtlCol="0" anchor="ctr"/>
          <a:lstStyle/>
          <a:p>
            <a:pPr marL="0" indent="0" algn="ctr">
              <a:buNone/>
            </a:pPr>
            <a:r>
              <a:rPr lang="en-US" sz="2600" b="1" dirty="0">
                <a:solidFill>
                  <a:srgbClr val="4A0E18"/>
                </a:solidFill>
                <a:latin typeface="Latha" pitchFamily="34" charset="0"/>
                <a:ea typeface="Latha" pitchFamily="34" charset="-122"/>
                <a:cs typeface="Latha" pitchFamily="34" charset="-120"/>
              </a:rPr>
              <a:t>பாடல் 4</a:t>
            </a:r>
            <a:endParaRPr lang="en-US" sz="2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8">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10</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"நூபுரம்" என்ற சொல்லின் பொருள் என்ன?</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வளையல்</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மோதிரம்</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சிலம்பு</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மாலை</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9">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10</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"நூபுரம்" என்ற சொல்லின் பொருள் என்ன?</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வளையல்</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மோதிரம்</a:t>
            </a:r>
            <a:endParaRPr lang="en-US" sz="1500" dirty="0"/>
          </a:p>
        </p:txBody>
      </p:sp>
      <p:sp>
        <p:nvSpPr>
          <p:cNvPr id="23" name="Shape 21"/>
          <p:cNvSpPr/>
          <p:nvPr/>
        </p:nvSpPr>
        <p:spPr>
          <a:xfrm>
            <a:off x="548640" y="434340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2E7D32"/>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சிலம்பு</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மாலை</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0">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11</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"திசைமாசுணம் இடியோ என" என்பது எதைக் குறிக்கிறது?</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முழவின் முழக்க ஒலி</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கடலின் இரைச்சல்</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காற்றின் ஓசை</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யானையின் பிளிறல்</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1">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11</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"திசைமாசுணம் இடியோ என" என்பது எதைக் குறிக்கிறது?</a:t>
            </a:r>
            <a:endParaRPr lang="en-US" sz="2200" dirty="0"/>
          </a:p>
        </p:txBody>
      </p:sp>
      <p:sp>
        <p:nvSpPr>
          <p:cNvPr id="15" name="Shape 13"/>
          <p:cNvSpPr/>
          <p:nvPr/>
        </p:nvSpPr>
        <p:spPr>
          <a:xfrm>
            <a:off x="548640" y="288036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2E7D32"/>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முழவின் முழக்க ஒலி</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கடலின் இரைச்சல்</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alpha val="45000"/>
            </a:srgbClr>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காற்றின் ஓசை</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யானையின் பிளிறல்</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2">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12</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"மாசுணம்" என்றால் என்ன?</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மான்</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புலி</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பாம்பு</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பறவை</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3">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12</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"மாசுணம்" என்றால் என்ன?</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மான்</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புலி</a:t>
            </a:r>
            <a:endParaRPr lang="en-US" sz="1500" dirty="0"/>
          </a:p>
        </p:txBody>
      </p:sp>
      <p:sp>
        <p:nvSpPr>
          <p:cNvPr id="23" name="Shape 21"/>
          <p:cNvSpPr/>
          <p:nvPr/>
        </p:nvSpPr>
        <p:spPr>
          <a:xfrm>
            <a:off x="548640" y="434340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2E7D32"/>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பாம்பு</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பறவை</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7">
    <p:bg>
      <p:bgPr>
        <a:solidFill>
          <a:srgbClr val="FFFDF6"/>
        </a:solidFill>
        <a:effectLst/>
      </p:bgPr>
    </p:bg>
    <p:spTree>
      <p:nvGrpSpPr>
        <p:cNvPr id="1" name=""/>
        <p:cNvGrpSpPr/>
        <p:nvPr/>
      </p:nvGrpSpPr>
      <p:grpSpPr>
        <a:xfrm>
          <a:off x="0" y="0"/>
          <a:ext cx="0" cy="0"/>
          <a:chOff x="0" y="0"/>
          <a:chExt cx="0" cy="0"/>
        </a:xfrm>
      </p:grpSpPr>
      <p:sp>
        <p:nvSpPr>
          <p:cNvPr id="2" name="Shape 0"/>
          <p:cNvSpPr/>
          <p:nvPr/>
        </p:nvSpPr>
        <p:spPr>
          <a:xfrm>
            <a:off x="320040" y="320040"/>
            <a:ext cx="64008" cy="64008"/>
          </a:xfrm>
          <a:prstGeom prst="ellipse">
            <a:avLst/>
          </a:prstGeom>
          <a:solidFill>
            <a:srgbClr val="C9962C">
              <a:alpha val="75000"/>
            </a:srgbClr>
          </a:solidFill>
          <a:ln/>
        </p:spPr>
        <p:txBody>
          <a:bodyPr/>
          <a:lstStyle/>
          <a:p>
            <a:endParaRPr lang="en-IN"/>
          </a:p>
        </p:txBody>
      </p:sp>
      <p:sp>
        <p:nvSpPr>
          <p:cNvPr id="3" name="Shape 1"/>
          <p:cNvSpPr/>
          <p:nvPr/>
        </p:nvSpPr>
        <p:spPr>
          <a:xfrm>
            <a:off x="521208" y="320040"/>
            <a:ext cx="64008" cy="64008"/>
          </a:xfrm>
          <a:prstGeom prst="ellipse">
            <a:avLst/>
          </a:prstGeom>
          <a:solidFill>
            <a:srgbClr val="C9962C">
              <a:alpha val="75000"/>
            </a:srgbClr>
          </a:solidFill>
          <a:ln/>
        </p:spPr>
        <p:txBody>
          <a:bodyPr/>
          <a:lstStyle/>
          <a:p>
            <a:endParaRPr lang="en-IN"/>
          </a:p>
        </p:txBody>
      </p:sp>
      <p:sp>
        <p:nvSpPr>
          <p:cNvPr id="4" name="Shape 2"/>
          <p:cNvSpPr/>
          <p:nvPr/>
        </p:nvSpPr>
        <p:spPr>
          <a:xfrm>
            <a:off x="722376" y="320040"/>
            <a:ext cx="64008" cy="64008"/>
          </a:xfrm>
          <a:prstGeom prst="ellipse">
            <a:avLst/>
          </a:prstGeom>
          <a:solidFill>
            <a:srgbClr val="C9962C">
              <a:alpha val="75000"/>
            </a:srgbClr>
          </a:solidFill>
          <a:ln/>
        </p:spPr>
        <p:txBody>
          <a:bodyPr/>
          <a:lstStyle/>
          <a:p>
            <a:endParaRPr lang="en-IN"/>
          </a:p>
        </p:txBody>
      </p:sp>
      <p:sp>
        <p:nvSpPr>
          <p:cNvPr id="5" name="Shape 3"/>
          <p:cNvSpPr/>
          <p:nvPr/>
        </p:nvSpPr>
        <p:spPr>
          <a:xfrm>
            <a:off x="923544" y="320040"/>
            <a:ext cx="64008" cy="64008"/>
          </a:xfrm>
          <a:prstGeom prst="ellipse">
            <a:avLst/>
          </a:prstGeom>
          <a:solidFill>
            <a:srgbClr val="C9962C">
              <a:alpha val="75000"/>
            </a:srgbClr>
          </a:solidFill>
          <a:ln/>
        </p:spPr>
        <p:txBody>
          <a:bodyPr/>
          <a:lstStyle/>
          <a:p>
            <a:endParaRPr lang="en-IN"/>
          </a:p>
        </p:txBody>
      </p:sp>
      <p:sp>
        <p:nvSpPr>
          <p:cNvPr id="6" name="Shape 4"/>
          <p:cNvSpPr/>
          <p:nvPr/>
        </p:nvSpPr>
        <p:spPr>
          <a:xfrm>
            <a:off x="420624" y="521208"/>
            <a:ext cx="64008" cy="64008"/>
          </a:xfrm>
          <a:prstGeom prst="ellipse">
            <a:avLst/>
          </a:prstGeom>
          <a:solidFill>
            <a:srgbClr val="C9962C">
              <a:alpha val="75000"/>
            </a:srgbClr>
          </a:solidFill>
          <a:ln/>
        </p:spPr>
        <p:txBody>
          <a:bodyPr/>
          <a:lstStyle/>
          <a:p>
            <a:endParaRPr lang="en-IN"/>
          </a:p>
        </p:txBody>
      </p:sp>
      <p:sp>
        <p:nvSpPr>
          <p:cNvPr id="7" name="Shape 5"/>
          <p:cNvSpPr/>
          <p:nvPr/>
        </p:nvSpPr>
        <p:spPr>
          <a:xfrm>
            <a:off x="621792" y="521208"/>
            <a:ext cx="64008" cy="64008"/>
          </a:xfrm>
          <a:prstGeom prst="ellipse">
            <a:avLst/>
          </a:prstGeom>
          <a:solidFill>
            <a:srgbClr val="C9962C">
              <a:alpha val="75000"/>
            </a:srgbClr>
          </a:solidFill>
          <a:ln/>
        </p:spPr>
        <p:txBody>
          <a:bodyPr/>
          <a:lstStyle/>
          <a:p>
            <a:endParaRPr lang="en-IN"/>
          </a:p>
        </p:txBody>
      </p:sp>
      <p:sp>
        <p:nvSpPr>
          <p:cNvPr id="8" name="Shape 6"/>
          <p:cNvSpPr/>
          <p:nvPr/>
        </p:nvSpPr>
        <p:spPr>
          <a:xfrm>
            <a:off x="822960" y="521208"/>
            <a:ext cx="64008" cy="64008"/>
          </a:xfrm>
          <a:prstGeom prst="ellipse">
            <a:avLst/>
          </a:prstGeom>
          <a:solidFill>
            <a:srgbClr val="C9962C">
              <a:alpha val="75000"/>
            </a:srgbClr>
          </a:solidFill>
          <a:ln/>
        </p:spPr>
        <p:txBody>
          <a:bodyPr/>
          <a:lstStyle/>
          <a:p>
            <a:endParaRPr lang="en-IN"/>
          </a:p>
        </p:txBody>
      </p:sp>
      <p:sp>
        <p:nvSpPr>
          <p:cNvPr id="9" name="Shape 7"/>
          <p:cNvSpPr/>
          <p:nvPr/>
        </p:nvSpPr>
        <p:spPr>
          <a:xfrm>
            <a:off x="521208" y="722376"/>
            <a:ext cx="64008" cy="64008"/>
          </a:xfrm>
          <a:prstGeom prst="ellipse">
            <a:avLst/>
          </a:prstGeom>
          <a:solidFill>
            <a:srgbClr val="C9962C">
              <a:alpha val="75000"/>
            </a:srgbClr>
          </a:solidFill>
          <a:ln/>
        </p:spPr>
        <p:txBody>
          <a:bodyPr/>
          <a:lstStyle/>
          <a:p>
            <a:endParaRPr lang="en-IN"/>
          </a:p>
        </p:txBody>
      </p:sp>
      <p:sp>
        <p:nvSpPr>
          <p:cNvPr id="10" name="Shape 8"/>
          <p:cNvSpPr/>
          <p:nvPr/>
        </p:nvSpPr>
        <p:spPr>
          <a:xfrm>
            <a:off x="722376" y="722376"/>
            <a:ext cx="64008" cy="64008"/>
          </a:xfrm>
          <a:prstGeom prst="ellipse">
            <a:avLst/>
          </a:prstGeom>
          <a:solidFill>
            <a:srgbClr val="C9962C">
              <a:alpha val="75000"/>
            </a:srgbClr>
          </a:solidFill>
          <a:ln/>
        </p:spPr>
        <p:txBody>
          <a:bodyPr/>
          <a:lstStyle/>
          <a:p>
            <a:endParaRPr lang="en-IN"/>
          </a:p>
        </p:txBody>
      </p:sp>
      <p:sp>
        <p:nvSpPr>
          <p:cNvPr id="11" name="Shape 9"/>
          <p:cNvSpPr/>
          <p:nvPr/>
        </p:nvSpPr>
        <p:spPr>
          <a:xfrm>
            <a:off x="621792" y="923544"/>
            <a:ext cx="64008" cy="64008"/>
          </a:xfrm>
          <a:prstGeom prst="ellipse">
            <a:avLst/>
          </a:prstGeom>
          <a:solidFill>
            <a:srgbClr val="C9962C">
              <a:alpha val="75000"/>
            </a:srgbClr>
          </a:solidFill>
          <a:ln/>
        </p:spPr>
        <p:txBody>
          <a:bodyPr/>
          <a:lstStyle/>
          <a:p>
            <a:endParaRPr lang="en-IN"/>
          </a:p>
        </p:txBody>
      </p:sp>
      <p:sp>
        <p:nvSpPr>
          <p:cNvPr id="12" name="Shape 10"/>
          <p:cNvSpPr/>
          <p:nvPr/>
        </p:nvSpPr>
        <p:spPr>
          <a:xfrm>
            <a:off x="548640" y="457200"/>
            <a:ext cx="2377440" cy="457200"/>
          </a:xfrm>
          <a:prstGeom prst="roundRect">
            <a:avLst>
              <a:gd name="adj" fmla="val 50000"/>
            </a:avLst>
          </a:prstGeom>
          <a:solidFill>
            <a:srgbClr val="6E1423"/>
          </a:solidFill>
          <a:ln/>
        </p:spPr>
        <p:txBody>
          <a:bodyPr/>
          <a:lstStyle/>
          <a:p>
            <a:endParaRPr lang="en-IN"/>
          </a:p>
        </p:txBody>
      </p:sp>
      <p:sp>
        <p:nvSpPr>
          <p:cNvPr id="13" name="Text 11"/>
          <p:cNvSpPr/>
          <p:nvPr/>
        </p:nvSpPr>
        <p:spPr>
          <a:xfrm>
            <a:off x="548640" y="457200"/>
            <a:ext cx="2377440" cy="457200"/>
          </a:xfrm>
          <a:prstGeom prst="rect">
            <a:avLst/>
          </a:prstGeom>
          <a:noFill/>
          <a:ln/>
        </p:spPr>
        <p:txBody>
          <a:bodyPr wrap="square" lIns="0" tIns="0" rIns="0" bIns="0" rtlCol="0" anchor="ctr"/>
          <a:lstStyle/>
          <a:p>
            <a:pPr marL="0" indent="0" algn="ctr">
              <a:buNone/>
            </a:pPr>
            <a:r>
              <a:rPr lang="en-US" sz="1400" b="1" dirty="0">
                <a:solidFill>
                  <a:srgbClr val="FBF3E1"/>
                </a:solidFill>
                <a:latin typeface="Latha" pitchFamily="34" charset="0"/>
                <a:ea typeface="Latha" pitchFamily="34" charset="-122"/>
                <a:cs typeface="Latha" pitchFamily="34" charset="-120"/>
              </a:rPr>
              <a:t>கோயில் வளம் — பாடல் 5</a:t>
            </a:r>
            <a:endParaRPr lang="en-US" sz="1400" dirty="0"/>
          </a:p>
        </p:txBody>
      </p:sp>
      <p:sp>
        <p:nvSpPr>
          <p:cNvPr id="14" name="Shape 12"/>
          <p:cNvSpPr/>
          <p:nvPr/>
        </p:nvSpPr>
        <p:spPr>
          <a:xfrm>
            <a:off x="10561320" y="365760"/>
            <a:ext cx="1005840" cy="1005840"/>
          </a:xfrm>
          <a:prstGeom prst="ellipse">
            <a:avLst/>
          </a:prstGeom>
          <a:solidFill>
            <a:srgbClr val="6E1423"/>
          </a:solidFill>
          <a:ln w="19050">
            <a:solidFill>
              <a:srgbClr val="C9962C"/>
            </a:solidFill>
            <a:prstDash val="solid"/>
          </a:ln>
        </p:spPr>
        <p:txBody>
          <a:bodyPr/>
          <a:lstStyle/>
          <a:p>
            <a:endParaRPr lang="en-IN"/>
          </a:p>
        </p:txBody>
      </p:sp>
      <p:sp>
        <p:nvSpPr>
          <p:cNvPr id="15" name="Text 13"/>
          <p:cNvSpPr/>
          <p:nvPr/>
        </p:nvSpPr>
        <p:spPr>
          <a:xfrm>
            <a:off x="10561320" y="365760"/>
            <a:ext cx="1005840" cy="1005840"/>
          </a:xfrm>
          <a:prstGeom prst="rect">
            <a:avLst/>
          </a:prstGeom>
          <a:noFill/>
          <a:ln/>
        </p:spPr>
        <p:txBody>
          <a:bodyPr wrap="square" lIns="0" tIns="0" rIns="0" bIns="0" rtlCol="0" anchor="ctr"/>
          <a:lstStyle/>
          <a:p>
            <a:pPr marL="0" indent="0" algn="ctr">
              <a:buNone/>
            </a:pPr>
            <a:r>
              <a:rPr lang="en-US" sz="3000" b="1" dirty="0">
                <a:solidFill>
                  <a:srgbClr val="E3B341"/>
                </a:solidFill>
                <a:latin typeface="Cambria" pitchFamily="34" charset="0"/>
                <a:ea typeface="Cambria" pitchFamily="34" charset="-122"/>
                <a:cs typeface="Cambria" pitchFamily="34" charset="-120"/>
              </a:rPr>
              <a:t>5</a:t>
            </a:r>
            <a:endParaRPr lang="en-US" sz="3000" dirty="0"/>
          </a:p>
        </p:txBody>
      </p:sp>
      <p:sp>
        <p:nvSpPr>
          <p:cNvPr id="16" name="Shape 14"/>
          <p:cNvSpPr/>
          <p:nvPr/>
        </p:nvSpPr>
        <p:spPr>
          <a:xfrm>
            <a:off x="548640" y="1188720"/>
            <a:ext cx="5212080" cy="5029200"/>
          </a:xfrm>
          <a:prstGeom prst="roundRect">
            <a:avLst>
              <a:gd name="adj" fmla="val 2182"/>
            </a:avLst>
          </a:prstGeom>
          <a:solidFill>
            <a:srgbClr val="6E1423"/>
          </a:solidFill>
          <a:ln/>
          <a:effectLst>
            <a:outerShdw blurRad="101600" dist="38100" dir="5400000" algn="bl" rotWithShape="0">
              <a:srgbClr val="000000">
                <a:alpha val="25000"/>
              </a:srgbClr>
            </a:outerShdw>
          </a:effectLst>
        </p:spPr>
        <p:txBody>
          <a:bodyPr/>
          <a:lstStyle/>
          <a:p>
            <a:endParaRPr lang="en-IN"/>
          </a:p>
        </p:txBody>
      </p:sp>
      <p:sp>
        <p:nvSpPr>
          <p:cNvPr id="17" name="Text 15"/>
          <p:cNvSpPr/>
          <p:nvPr/>
        </p:nvSpPr>
        <p:spPr>
          <a:xfrm>
            <a:off x="868680" y="1508760"/>
            <a:ext cx="4663440" cy="4480560"/>
          </a:xfrm>
          <a:prstGeom prst="rect">
            <a:avLst/>
          </a:prstGeom>
          <a:noFill/>
          <a:ln/>
        </p:spPr>
        <p:txBody>
          <a:bodyPr wrap="square" lIns="0" tIns="0" rIns="0" bIns="0" rtlCol="0" anchor="t"/>
          <a:lstStyle/>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சந்நிதி யில்துஜஸ் தம்பம் - விண்ணில்</a:t>
            </a:r>
            <a:endParaRPr lang="en-US" sz="1700" dirty="0"/>
          </a:p>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தாவி வருகின்ற கும்பம் - எனும்</a:t>
            </a:r>
            <a:endParaRPr lang="en-US" sz="1700" dirty="0"/>
          </a:p>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சலராசியை வடிவார்பல</a:t>
            </a:r>
            <a:endParaRPr lang="en-US" sz="1700" dirty="0"/>
          </a:p>
          <a:p>
            <a:pPr marL="0" indent="0" algn="l">
              <a:lnSpc>
                <a:spcPct val="130000"/>
              </a:lnSpc>
              <a:spcAft>
                <a:spcPts val="1000"/>
              </a:spcAft>
              <a:buNone/>
            </a:pPr>
            <a:r>
              <a:rPr lang="en-US" sz="1700" dirty="0" err="1">
                <a:solidFill>
                  <a:srgbClr val="FBF3E1"/>
                </a:solidFill>
                <a:latin typeface="Latha" pitchFamily="34" charset="0"/>
                <a:ea typeface="Latha" pitchFamily="34" charset="-122"/>
                <a:cs typeface="Latha" pitchFamily="34" charset="-120"/>
              </a:rPr>
              <a:t>கொடி</a:t>
            </a:r>
            <a:r>
              <a:rPr lang="ta-IN" sz="1700" dirty="0" err="1">
                <a:solidFill>
                  <a:srgbClr val="FBF3E1"/>
                </a:solidFill>
                <a:latin typeface="Latha" pitchFamily="34" charset="0"/>
                <a:ea typeface="Latha" pitchFamily="34" charset="-122"/>
                <a:cs typeface="Latha" pitchFamily="34" charset="-120"/>
              </a:rPr>
              <a:t>சூ</a:t>
            </a:r>
            <a:r>
              <a:rPr lang="en-US" sz="1700" dirty="0" err="1">
                <a:solidFill>
                  <a:srgbClr val="FBF3E1"/>
                </a:solidFill>
                <a:latin typeface="Latha" pitchFamily="34" charset="0"/>
                <a:ea typeface="Latha" pitchFamily="34" charset="-122"/>
                <a:cs typeface="Latha" pitchFamily="34" charset="-120"/>
              </a:rPr>
              <a:t>டிய</a:t>
            </a:r>
            <a:r>
              <a:rPr lang="en-US" sz="1700" dirty="0">
                <a:solidFill>
                  <a:srgbClr val="FBF3E1"/>
                </a:solidFill>
                <a:latin typeface="Latha" pitchFamily="34" charset="0"/>
                <a:ea typeface="Latha" pitchFamily="34" charset="-122"/>
                <a:cs typeface="Latha" pitchFamily="34" charset="-120"/>
              </a:rPr>
              <a:t> முடிமீதிலே</a:t>
            </a:r>
            <a:endParaRPr lang="en-US" sz="1700" dirty="0"/>
          </a:p>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தாங்கும்; உயர்ந் தோங்கும்.</a:t>
            </a:r>
            <a:endParaRPr lang="en-US" sz="1700" dirty="0"/>
          </a:p>
        </p:txBody>
      </p:sp>
      <p:sp>
        <p:nvSpPr>
          <p:cNvPr id="18" name="Shape 16"/>
          <p:cNvSpPr/>
          <p:nvPr/>
        </p:nvSpPr>
        <p:spPr>
          <a:xfrm>
            <a:off x="5989320" y="1188720"/>
            <a:ext cx="5623560" cy="5029200"/>
          </a:xfrm>
          <a:prstGeom prst="roundRect">
            <a:avLst>
              <a:gd name="adj" fmla="val 2182"/>
            </a:avLst>
          </a:prstGeom>
          <a:solidFill>
            <a:srgbClr val="FFFFFF"/>
          </a:solidFill>
          <a:ln w="19050">
            <a:solidFill>
              <a:srgbClr val="C9962C"/>
            </a:solidFill>
            <a:prstDash val="solid"/>
          </a:ln>
        </p:spPr>
        <p:txBody>
          <a:bodyPr/>
          <a:lstStyle/>
          <a:p>
            <a:endParaRPr lang="en-IN"/>
          </a:p>
        </p:txBody>
      </p:sp>
      <p:sp>
        <p:nvSpPr>
          <p:cNvPr id="19" name="Text 17"/>
          <p:cNvSpPr/>
          <p:nvPr/>
        </p:nvSpPr>
        <p:spPr>
          <a:xfrm>
            <a:off x="6263640" y="1371600"/>
            <a:ext cx="5029200" cy="411480"/>
          </a:xfrm>
          <a:prstGeom prst="rect">
            <a:avLst/>
          </a:prstGeom>
          <a:noFill/>
          <a:ln/>
        </p:spPr>
        <p:txBody>
          <a:bodyPr wrap="square" lIns="0" tIns="0" rIns="0" bIns="0" rtlCol="0" anchor="ctr"/>
          <a:lstStyle/>
          <a:p>
            <a:pPr marL="0" indent="0">
              <a:buNone/>
            </a:pPr>
            <a:r>
              <a:rPr lang="en-US" sz="1600" b="1" dirty="0">
                <a:solidFill>
                  <a:srgbClr val="C9962C"/>
                </a:solidFill>
                <a:latin typeface="Latha" pitchFamily="34" charset="0"/>
                <a:ea typeface="Latha" pitchFamily="34" charset="-122"/>
                <a:cs typeface="Latha" pitchFamily="34" charset="-120"/>
              </a:rPr>
              <a:t>பொருள்</a:t>
            </a:r>
            <a:endParaRPr lang="en-US" sz="1600" dirty="0"/>
          </a:p>
        </p:txBody>
      </p:sp>
      <p:sp>
        <p:nvSpPr>
          <p:cNvPr id="20" name="Text 18"/>
          <p:cNvSpPr/>
          <p:nvPr/>
        </p:nvSpPr>
        <p:spPr>
          <a:xfrm>
            <a:off x="6263640" y="1828800"/>
            <a:ext cx="5074920" cy="4206240"/>
          </a:xfrm>
          <a:prstGeom prst="rect">
            <a:avLst/>
          </a:prstGeom>
          <a:noFill/>
          <a:ln/>
        </p:spPr>
        <p:txBody>
          <a:bodyPr wrap="square" lIns="0" tIns="0" rIns="0" bIns="0" rtlCol="0" anchor="t"/>
          <a:lstStyle/>
          <a:p>
            <a:pPr marL="0" indent="0" algn="l">
              <a:lnSpc>
                <a:spcPct val="135000"/>
              </a:lnSpc>
              <a:buNone/>
            </a:pPr>
            <a:r>
              <a:rPr lang="en-US" sz="1550" dirty="0">
                <a:solidFill>
                  <a:srgbClr val="3B1F12"/>
                </a:solidFill>
                <a:latin typeface="Latha" pitchFamily="34" charset="0"/>
                <a:ea typeface="Latha" pitchFamily="34" charset="-122"/>
                <a:cs typeface="Latha" pitchFamily="34" charset="-120"/>
              </a:rPr>
              <a:t>சந்நிதி முன்பாகத்தில் உள்ள கொடிமரம், வானில் பாய்ந்து வருவது போன்ற குடவடிவைத் தாங்கி நிற்கிறது. கடலுயிர் வடிவங்கள் கொண்ட பல கொடிகள் அதன் உச்சியில் தாங்கப்பட்டு, உயர்ந்து ஓங்கி நிற்கின்றன.</a:t>
            </a:r>
            <a:endParaRPr lang="en-US" sz="15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4">
    <p:bg>
      <p:bgPr>
        <a:solidFill>
          <a:srgbClr val="4A0E18"/>
        </a:solidFill>
        <a:effectLst/>
      </p:bgPr>
    </p:bg>
    <p:spTree>
      <p:nvGrpSpPr>
        <p:cNvPr id="1" name=""/>
        <p:cNvGrpSpPr/>
        <p:nvPr/>
      </p:nvGrpSpPr>
      <p:grpSpPr>
        <a:xfrm>
          <a:off x="0" y="0"/>
          <a:ext cx="0" cy="0"/>
          <a:chOff x="0" y="0"/>
          <a:chExt cx="0" cy="0"/>
        </a:xfrm>
      </p:grpSpPr>
      <p:sp>
        <p:nvSpPr>
          <p:cNvPr id="2" name="Shape 0"/>
          <p:cNvSpPr/>
          <p:nvPr/>
        </p:nvSpPr>
        <p:spPr>
          <a:xfrm>
            <a:off x="320040" y="320040"/>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521208" y="320040"/>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722376" y="320040"/>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923544" y="320040"/>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420624" y="521208"/>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621792" y="521208"/>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822960" y="521208"/>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521208" y="722376"/>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722376" y="722376"/>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621792" y="923544"/>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13" name="Shape 1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14" name="Shape 1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15" name="Shape 1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16" name="Shape 1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17" name="Shape 1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18" name="Shape 1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19" name="Shape 1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20" name="Shape 1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21" name="Shape 1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22" name="Shape 20"/>
          <p:cNvSpPr/>
          <p:nvPr/>
        </p:nvSpPr>
        <p:spPr>
          <a:xfrm>
            <a:off x="3337560" y="2788920"/>
            <a:ext cx="5486400" cy="1280160"/>
          </a:xfrm>
          <a:prstGeom prst="roundRect">
            <a:avLst>
              <a:gd name="adj" fmla="val 10714"/>
            </a:avLst>
          </a:prstGeom>
          <a:solidFill>
            <a:srgbClr val="E3B341"/>
          </a:solidFill>
          <a:ln/>
        </p:spPr>
        <p:txBody>
          <a:bodyPr/>
          <a:lstStyle/>
          <a:p>
            <a:endParaRPr lang="en-IN"/>
          </a:p>
        </p:txBody>
      </p:sp>
      <p:sp>
        <p:nvSpPr>
          <p:cNvPr id="23" name="Text 21"/>
          <p:cNvSpPr/>
          <p:nvPr/>
        </p:nvSpPr>
        <p:spPr>
          <a:xfrm>
            <a:off x="3337560" y="2880360"/>
            <a:ext cx="5486400" cy="502920"/>
          </a:xfrm>
          <a:prstGeom prst="rect">
            <a:avLst/>
          </a:prstGeom>
          <a:noFill/>
          <a:ln/>
        </p:spPr>
        <p:txBody>
          <a:bodyPr wrap="square" lIns="0" tIns="0" rIns="0" bIns="0" rtlCol="0" anchor="ctr"/>
          <a:lstStyle/>
          <a:p>
            <a:pPr marL="0" indent="0" algn="ctr">
              <a:buNone/>
            </a:pPr>
            <a:r>
              <a:rPr lang="en-US" sz="1600" dirty="0">
                <a:solidFill>
                  <a:srgbClr val="4A0E18"/>
                </a:solidFill>
                <a:latin typeface="Latha" pitchFamily="34" charset="0"/>
                <a:ea typeface="Latha" pitchFamily="34" charset="-122"/>
                <a:cs typeface="Latha" pitchFamily="34" charset="-120"/>
              </a:rPr>
              <a:t>வினாடி வினா</a:t>
            </a:r>
            <a:endParaRPr lang="en-US" sz="1600" dirty="0"/>
          </a:p>
        </p:txBody>
      </p:sp>
      <p:sp>
        <p:nvSpPr>
          <p:cNvPr id="24" name="Text 22"/>
          <p:cNvSpPr/>
          <p:nvPr/>
        </p:nvSpPr>
        <p:spPr>
          <a:xfrm>
            <a:off x="3337560" y="3246120"/>
            <a:ext cx="5486400" cy="731520"/>
          </a:xfrm>
          <a:prstGeom prst="rect">
            <a:avLst/>
          </a:prstGeom>
          <a:noFill/>
          <a:ln/>
        </p:spPr>
        <p:txBody>
          <a:bodyPr wrap="square" lIns="0" tIns="0" rIns="0" bIns="0" rtlCol="0" anchor="ctr"/>
          <a:lstStyle/>
          <a:p>
            <a:pPr marL="0" indent="0" algn="ctr">
              <a:buNone/>
            </a:pPr>
            <a:r>
              <a:rPr lang="en-US" sz="2600" b="1" dirty="0">
                <a:solidFill>
                  <a:srgbClr val="4A0E18"/>
                </a:solidFill>
                <a:latin typeface="Latha" pitchFamily="34" charset="0"/>
                <a:ea typeface="Latha" pitchFamily="34" charset="-122"/>
                <a:cs typeface="Latha" pitchFamily="34" charset="-120"/>
              </a:rPr>
              <a:t>பாடல் 5</a:t>
            </a:r>
            <a:endParaRPr lang="en-US" sz="2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5">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13</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"துஜஸ் தம்பம்" என்பதன் பொருள் என்ன?</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தூண்</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விளக்குத் தூண்</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கொடி மரம்</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மணி மாடம்</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6">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13</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"துஜஸ் தம்பம்" என்பதன் பொருள் என்ன?</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தூண்</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விளக்குத் தூண்</a:t>
            </a:r>
            <a:endParaRPr lang="en-US" sz="1500" dirty="0"/>
          </a:p>
        </p:txBody>
      </p:sp>
      <p:sp>
        <p:nvSpPr>
          <p:cNvPr id="23" name="Shape 21"/>
          <p:cNvSpPr/>
          <p:nvPr/>
        </p:nvSpPr>
        <p:spPr>
          <a:xfrm>
            <a:off x="548640" y="434340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2E7D32"/>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கொடி மரம்</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மணி மாடம்</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7">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14</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கொடிகளில் காணப்படும் உருவங்கள் யாவை?</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பறவைகள்</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மலர்கள்</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நட்சத்திரங்கள்</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மீன், சுறா போன்ற கடல் உயிரினங்கள்</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8">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14</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கொடிகளில் காணப்படும் உருவங்கள் யாவை?</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பறவைகள்</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மலர்கள்</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alpha val="45000"/>
            </a:srgbClr>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நட்சத்திரங்கள்</a:t>
            </a:r>
            <a:endParaRPr lang="en-US" sz="1500" dirty="0"/>
          </a:p>
        </p:txBody>
      </p:sp>
      <p:sp>
        <p:nvSpPr>
          <p:cNvPr id="27" name="Shape 25"/>
          <p:cNvSpPr/>
          <p:nvPr/>
        </p:nvSpPr>
        <p:spPr>
          <a:xfrm>
            <a:off x="6263640" y="434340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2E7D32"/>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மீன், சுறா போன்ற கடல் உயிரினங்கள்</a:t>
            </a:r>
            <a:endParaRPr lang="en-US" sz="15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9">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15</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"சலராசி" என்ற சொல் எதைக் குறிக்கும்?</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மழை நீர்</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குளத்து மீன்கள்</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நதி நீர்</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கடலில் வாழும் மீன் முதலிய உயிர்கள்</a:t>
            </a:r>
            <a:endParaRPr lang="en-US" sz="15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50">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15</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"சலராசி" என்ற சொல் எதைக் குறிக்கும்?</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மழை நீர்</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குளத்து மீன்கள்</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alpha val="45000"/>
            </a:srgbClr>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நதி நீர்</a:t>
            </a:r>
            <a:endParaRPr lang="en-US" sz="1500" dirty="0"/>
          </a:p>
        </p:txBody>
      </p:sp>
      <p:sp>
        <p:nvSpPr>
          <p:cNvPr id="27" name="Shape 25"/>
          <p:cNvSpPr/>
          <p:nvPr/>
        </p:nvSpPr>
        <p:spPr>
          <a:xfrm>
            <a:off x="6263640" y="434340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2E7D32"/>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கடலில் வாழும் மீன் முதலிய உயிர்கள்</a:t>
            </a:r>
            <a:endParaRPr lang="en-US" sz="15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8">
    <p:bg>
      <p:bgPr>
        <a:solidFill>
          <a:srgbClr val="FFFDF6"/>
        </a:solidFill>
        <a:effectLst/>
      </p:bgPr>
    </p:bg>
    <p:spTree>
      <p:nvGrpSpPr>
        <p:cNvPr id="1" name=""/>
        <p:cNvGrpSpPr/>
        <p:nvPr/>
      </p:nvGrpSpPr>
      <p:grpSpPr>
        <a:xfrm>
          <a:off x="0" y="0"/>
          <a:ext cx="0" cy="0"/>
          <a:chOff x="0" y="0"/>
          <a:chExt cx="0" cy="0"/>
        </a:xfrm>
      </p:grpSpPr>
      <p:sp>
        <p:nvSpPr>
          <p:cNvPr id="2" name="Shape 0"/>
          <p:cNvSpPr/>
          <p:nvPr/>
        </p:nvSpPr>
        <p:spPr>
          <a:xfrm>
            <a:off x="320040" y="320040"/>
            <a:ext cx="64008" cy="64008"/>
          </a:xfrm>
          <a:prstGeom prst="ellipse">
            <a:avLst/>
          </a:prstGeom>
          <a:solidFill>
            <a:srgbClr val="C9962C">
              <a:alpha val="75000"/>
            </a:srgbClr>
          </a:solidFill>
          <a:ln/>
        </p:spPr>
        <p:txBody>
          <a:bodyPr/>
          <a:lstStyle/>
          <a:p>
            <a:endParaRPr lang="en-IN"/>
          </a:p>
        </p:txBody>
      </p:sp>
      <p:sp>
        <p:nvSpPr>
          <p:cNvPr id="3" name="Shape 1"/>
          <p:cNvSpPr/>
          <p:nvPr/>
        </p:nvSpPr>
        <p:spPr>
          <a:xfrm>
            <a:off x="521208" y="320040"/>
            <a:ext cx="64008" cy="64008"/>
          </a:xfrm>
          <a:prstGeom prst="ellipse">
            <a:avLst/>
          </a:prstGeom>
          <a:solidFill>
            <a:srgbClr val="C9962C">
              <a:alpha val="75000"/>
            </a:srgbClr>
          </a:solidFill>
          <a:ln/>
        </p:spPr>
        <p:txBody>
          <a:bodyPr/>
          <a:lstStyle/>
          <a:p>
            <a:endParaRPr lang="en-IN"/>
          </a:p>
        </p:txBody>
      </p:sp>
      <p:sp>
        <p:nvSpPr>
          <p:cNvPr id="4" name="Shape 2"/>
          <p:cNvSpPr/>
          <p:nvPr/>
        </p:nvSpPr>
        <p:spPr>
          <a:xfrm>
            <a:off x="722376" y="320040"/>
            <a:ext cx="64008" cy="64008"/>
          </a:xfrm>
          <a:prstGeom prst="ellipse">
            <a:avLst/>
          </a:prstGeom>
          <a:solidFill>
            <a:srgbClr val="C9962C">
              <a:alpha val="75000"/>
            </a:srgbClr>
          </a:solidFill>
          <a:ln/>
        </p:spPr>
        <p:txBody>
          <a:bodyPr/>
          <a:lstStyle/>
          <a:p>
            <a:endParaRPr lang="en-IN"/>
          </a:p>
        </p:txBody>
      </p:sp>
      <p:sp>
        <p:nvSpPr>
          <p:cNvPr id="5" name="Shape 3"/>
          <p:cNvSpPr/>
          <p:nvPr/>
        </p:nvSpPr>
        <p:spPr>
          <a:xfrm>
            <a:off x="923544" y="320040"/>
            <a:ext cx="64008" cy="64008"/>
          </a:xfrm>
          <a:prstGeom prst="ellipse">
            <a:avLst/>
          </a:prstGeom>
          <a:solidFill>
            <a:srgbClr val="C9962C">
              <a:alpha val="75000"/>
            </a:srgbClr>
          </a:solidFill>
          <a:ln/>
        </p:spPr>
        <p:txBody>
          <a:bodyPr/>
          <a:lstStyle/>
          <a:p>
            <a:endParaRPr lang="en-IN"/>
          </a:p>
        </p:txBody>
      </p:sp>
      <p:sp>
        <p:nvSpPr>
          <p:cNvPr id="6" name="Shape 4"/>
          <p:cNvSpPr/>
          <p:nvPr/>
        </p:nvSpPr>
        <p:spPr>
          <a:xfrm>
            <a:off x="420624" y="521208"/>
            <a:ext cx="64008" cy="64008"/>
          </a:xfrm>
          <a:prstGeom prst="ellipse">
            <a:avLst/>
          </a:prstGeom>
          <a:solidFill>
            <a:srgbClr val="C9962C">
              <a:alpha val="75000"/>
            </a:srgbClr>
          </a:solidFill>
          <a:ln/>
        </p:spPr>
        <p:txBody>
          <a:bodyPr/>
          <a:lstStyle/>
          <a:p>
            <a:endParaRPr lang="en-IN"/>
          </a:p>
        </p:txBody>
      </p:sp>
      <p:sp>
        <p:nvSpPr>
          <p:cNvPr id="7" name="Shape 5"/>
          <p:cNvSpPr/>
          <p:nvPr/>
        </p:nvSpPr>
        <p:spPr>
          <a:xfrm>
            <a:off x="621792" y="521208"/>
            <a:ext cx="64008" cy="64008"/>
          </a:xfrm>
          <a:prstGeom prst="ellipse">
            <a:avLst/>
          </a:prstGeom>
          <a:solidFill>
            <a:srgbClr val="C9962C">
              <a:alpha val="75000"/>
            </a:srgbClr>
          </a:solidFill>
          <a:ln/>
        </p:spPr>
        <p:txBody>
          <a:bodyPr/>
          <a:lstStyle/>
          <a:p>
            <a:endParaRPr lang="en-IN"/>
          </a:p>
        </p:txBody>
      </p:sp>
      <p:sp>
        <p:nvSpPr>
          <p:cNvPr id="8" name="Shape 6"/>
          <p:cNvSpPr/>
          <p:nvPr/>
        </p:nvSpPr>
        <p:spPr>
          <a:xfrm>
            <a:off x="822960" y="521208"/>
            <a:ext cx="64008" cy="64008"/>
          </a:xfrm>
          <a:prstGeom prst="ellipse">
            <a:avLst/>
          </a:prstGeom>
          <a:solidFill>
            <a:srgbClr val="C9962C">
              <a:alpha val="75000"/>
            </a:srgbClr>
          </a:solidFill>
          <a:ln/>
        </p:spPr>
        <p:txBody>
          <a:bodyPr/>
          <a:lstStyle/>
          <a:p>
            <a:endParaRPr lang="en-IN"/>
          </a:p>
        </p:txBody>
      </p:sp>
      <p:sp>
        <p:nvSpPr>
          <p:cNvPr id="9" name="Shape 7"/>
          <p:cNvSpPr/>
          <p:nvPr/>
        </p:nvSpPr>
        <p:spPr>
          <a:xfrm>
            <a:off x="521208" y="722376"/>
            <a:ext cx="64008" cy="64008"/>
          </a:xfrm>
          <a:prstGeom prst="ellipse">
            <a:avLst/>
          </a:prstGeom>
          <a:solidFill>
            <a:srgbClr val="C9962C">
              <a:alpha val="75000"/>
            </a:srgbClr>
          </a:solidFill>
          <a:ln/>
        </p:spPr>
        <p:txBody>
          <a:bodyPr/>
          <a:lstStyle/>
          <a:p>
            <a:endParaRPr lang="en-IN"/>
          </a:p>
        </p:txBody>
      </p:sp>
      <p:sp>
        <p:nvSpPr>
          <p:cNvPr id="10" name="Shape 8"/>
          <p:cNvSpPr/>
          <p:nvPr/>
        </p:nvSpPr>
        <p:spPr>
          <a:xfrm>
            <a:off x="722376" y="722376"/>
            <a:ext cx="64008" cy="64008"/>
          </a:xfrm>
          <a:prstGeom prst="ellipse">
            <a:avLst/>
          </a:prstGeom>
          <a:solidFill>
            <a:srgbClr val="C9962C">
              <a:alpha val="75000"/>
            </a:srgbClr>
          </a:solidFill>
          <a:ln/>
        </p:spPr>
        <p:txBody>
          <a:bodyPr/>
          <a:lstStyle/>
          <a:p>
            <a:endParaRPr lang="en-IN"/>
          </a:p>
        </p:txBody>
      </p:sp>
      <p:sp>
        <p:nvSpPr>
          <p:cNvPr id="11" name="Shape 9"/>
          <p:cNvSpPr/>
          <p:nvPr/>
        </p:nvSpPr>
        <p:spPr>
          <a:xfrm>
            <a:off x="621792" y="923544"/>
            <a:ext cx="64008" cy="64008"/>
          </a:xfrm>
          <a:prstGeom prst="ellipse">
            <a:avLst/>
          </a:prstGeom>
          <a:solidFill>
            <a:srgbClr val="C9962C">
              <a:alpha val="75000"/>
            </a:srgbClr>
          </a:solidFill>
          <a:ln/>
        </p:spPr>
        <p:txBody>
          <a:bodyPr/>
          <a:lstStyle/>
          <a:p>
            <a:endParaRPr lang="en-IN"/>
          </a:p>
        </p:txBody>
      </p:sp>
      <p:sp>
        <p:nvSpPr>
          <p:cNvPr id="12" name="Shape 10"/>
          <p:cNvSpPr/>
          <p:nvPr/>
        </p:nvSpPr>
        <p:spPr>
          <a:xfrm>
            <a:off x="548640" y="457200"/>
            <a:ext cx="2377440" cy="457200"/>
          </a:xfrm>
          <a:prstGeom prst="roundRect">
            <a:avLst>
              <a:gd name="adj" fmla="val 50000"/>
            </a:avLst>
          </a:prstGeom>
          <a:solidFill>
            <a:srgbClr val="6E1423"/>
          </a:solidFill>
          <a:ln/>
        </p:spPr>
        <p:txBody>
          <a:bodyPr/>
          <a:lstStyle/>
          <a:p>
            <a:endParaRPr lang="en-IN"/>
          </a:p>
        </p:txBody>
      </p:sp>
      <p:sp>
        <p:nvSpPr>
          <p:cNvPr id="13" name="Text 11"/>
          <p:cNvSpPr/>
          <p:nvPr/>
        </p:nvSpPr>
        <p:spPr>
          <a:xfrm>
            <a:off x="548640" y="457200"/>
            <a:ext cx="2377440" cy="457200"/>
          </a:xfrm>
          <a:prstGeom prst="rect">
            <a:avLst/>
          </a:prstGeom>
          <a:noFill/>
          <a:ln/>
        </p:spPr>
        <p:txBody>
          <a:bodyPr wrap="square" lIns="0" tIns="0" rIns="0" bIns="0" rtlCol="0" anchor="ctr"/>
          <a:lstStyle/>
          <a:p>
            <a:pPr marL="0" indent="0" algn="ctr">
              <a:buNone/>
            </a:pPr>
            <a:r>
              <a:rPr lang="en-US" sz="1400" b="1" dirty="0">
                <a:solidFill>
                  <a:srgbClr val="FBF3E1"/>
                </a:solidFill>
                <a:latin typeface="Latha" pitchFamily="34" charset="0"/>
                <a:ea typeface="Latha" pitchFamily="34" charset="-122"/>
                <a:cs typeface="Latha" pitchFamily="34" charset="-120"/>
              </a:rPr>
              <a:t>கோயில் வளம் — பாடல் 6</a:t>
            </a:r>
            <a:endParaRPr lang="en-US" sz="1400" dirty="0"/>
          </a:p>
        </p:txBody>
      </p:sp>
      <p:sp>
        <p:nvSpPr>
          <p:cNvPr id="14" name="Shape 12"/>
          <p:cNvSpPr/>
          <p:nvPr/>
        </p:nvSpPr>
        <p:spPr>
          <a:xfrm>
            <a:off x="10561320" y="365760"/>
            <a:ext cx="1005840" cy="1005840"/>
          </a:xfrm>
          <a:prstGeom prst="ellipse">
            <a:avLst/>
          </a:prstGeom>
          <a:solidFill>
            <a:srgbClr val="6E1423"/>
          </a:solidFill>
          <a:ln w="19050">
            <a:solidFill>
              <a:srgbClr val="C9962C"/>
            </a:solidFill>
            <a:prstDash val="solid"/>
          </a:ln>
        </p:spPr>
        <p:txBody>
          <a:bodyPr/>
          <a:lstStyle/>
          <a:p>
            <a:endParaRPr lang="en-IN"/>
          </a:p>
        </p:txBody>
      </p:sp>
      <p:sp>
        <p:nvSpPr>
          <p:cNvPr id="15" name="Text 13"/>
          <p:cNvSpPr/>
          <p:nvPr/>
        </p:nvSpPr>
        <p:spPr>
          <a:xfrm>
            <a:off x="10561320" y="365760"/>
            <a:ext cx="1005840" cy="1005840"/>
          </a:xfrm>
          <a:prstGeom prst="rect">
            <a:avLst/>
          </a:prstGeom>
          <a:noFill/>
          <a:ln/>
        </p:spPr>
        <p:txBody>
          <a:bodyPr wrap="square" lIns="0" tIns="0" rIns="0" bIns="0" rtlCol="0" anchor="ctr"/>
          <a:lstStyle/>
          <a:p>
            <a:pPr marL="0" indent="0" algn="ctr">
              <a:buNone/>
            </a:pPr>
            <a:r>
              <a:rPr lang="en-US" sz="3000" b="1" dirty="0">
                <a:solidFill>
                  <a:srgbClr val="E3B341"/>
                </a:solidFill>
                <a:latin typeface="Cambria" pitchFamily="34" charset="0"/>
                <a:ea typeface="Cambria" pitchFamily="34" charset="-122"/>
                <a:cs typeface="Cambria" pitchFamily="34" charset="-120"/>
              </a:rPr>
              <a:t>6</a:t>
            </a:r>
            <a:endParaRPr lang="en-US" sz="3000" dirty="0"/>
          </a:p>
        </p:txBody>
      </p:sp>
      <p:sp>
        <p:nvSpPr>
          <p:cNvPr id="16" name="Shape 14"/>
          <p:cNvSpPr/>
          <p:nvPr/>
        </p:nvSpPr>
        <p:spPr>
          <a:xfrm>
            <a:off x="548640" y="1188720"/>
            <a:ext cx="5212080" cy="5029200"/>
          </a:xfrm>
          <a:prstGeom prst="roundRect">
            <a:avLst>
              <a:gd name="adj" fmla="val 2182"/>
            </a:avLst>
          </a:prstGeom>
          <a:solidFill>
            <a:srgbClr val="6E1423"/>
          </a:solidFill>
          <a:ln/>
          <a:effectLst>
            <a:outerShdw blurRad="101600" dist="38100" dir="5400000" algn="bl" rotWithShape="0">
              <a:srgbClr val="000000">
                <a:alpha val="25000"/>
              </a:srgbClr>
            </a:outerShdw>
          </a:effectLst>
        </p:spPr>
        <p:txBody>
          <a:bodyPr/>
          <a:lstStyle/>
          <a:p>
            <a:endParaRPr lang="en-IN"/>
          </a:p>
        </p:txBody>
      </p:sp>
      <p:sp>
        <p:nvSpPr>
          <p:cNvPr id="17" name="Text 15"/>
          <p:cNvSpPr/>
          <p:nvPr/>
        </p:nvSpPr>
        <p:spPr>
          <a:xfrm>
            <a:off x="868680" y="1508760"/>
            <a:ext cx="4663440" cy="4480560"/>
          </a:xfrm>
          <a:prstGeom prst="rect">
            <a:avLst/>
          </a:prstGeom>
          <a:noFill/>
          <a:ln/>
        </p:spPr>
        <p:txBody>
          <a:bodyPr wrap="square" lIns="0" tIns="0" rIns="0" bIns="0" rtlCol="0" anchor="t"/>
          <a:lstStyle/>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உன்னத மாகிய இஞ்சி-பொன்னாட்டு</a:t>
            </a:r>
            <a:endParaRPr lang="en-US" sz="1700" dirty="0"/>
          </a:p>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உம்பர் நகருக்கு மிஞ்சி - மிக</a:t>
            </a:r>
            <a:endParaRPr lang="en-US" sz="1700" dirty="0"/>
          </a:p>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உயர்வானது பெறலால் அதில்</a:t>
            </a:r>
            <a:endParaRPr lang="en-US" sz="1700" dirty="0"/>
          </a:p>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அதிசீதள புயல்சாலவும்</a:t>
            </a:r>
            <a:endParaRPr lang="en-US" sz="1700" dirty="0"/>
          </a:p>
          <a:p>
            <a:pPr marL="0" indent="0" algn="l">
              <a:lnSpc>
                <a:spcPct val="130000"/>
              </a:lnSpc>
              <a:spcAft>
                <a:spcPts val="1000"/>
              </a:spcAft>
              <a:buNone/>
            </a:pPr>
            <a:r>
              <a:rPr lang="en-US" sz="1700" dirty="0">
                <a:solidFill>
                  <a:srgbClr val="FBF3E1"/>
                </a:solidFill>
                <a:latin typeface="Latha" pitchFamily="34" charset="0"/>
                <a:ea typeface="Latha" pitchFamily="34" charset="-122"/>
                <a:cs typeface="Latha" pitchFamily="34" charset="-120"/>
              </a:rPr>
              <a:t>உறங்கும்; மின்னிக் கறங்கும்.</a:t>
            </a:r>
            <a:endParaRPr lang="en-US" sz="1700" dirty="0"/>
          </a:p>
        </p:txBody>
      </p:sp>
      <p:sp>
        <p:nvSpPr>
          <p:cNvPr id="18" name="Shape 16"/>
          <p:cNvSpPr/>
          <p:nvPr/>
        </p:nvSpPr>
        <p:spPr>
          <a:xfrm>
            <a:off x="5989320" y="1188720"/>
            <a:ext cx="5623560" cy="5029200"/>
          </a:xfrm>
          <a:prstGeom prst="roundRect">
            <a:avLst>
              <a:gd name="adj" fmla="val 2182"/>
            </a:avLst>
          </a:prstGeom>
          <a:solidFill>
            <a:srgbClr val="FFFFFF"/>
          </a:solidFill>
          <a:ln w="19050">
            <a:solidFill>
              <a:srgbClr val="C9962C"/>
            </a:solidFill>
            <a:prstDash val="solid"/>
          </a:ln>
        </p:spPr>
        <p:txBody>
          <a:bodyPr/>
          <a:lstStyle/>
          <a:p>
            <a:endParaRPr lang="en-IN"/>
          </a:p>
        </p:txBody>
      </p:sp>
      <p:sp>
        <p:nvSpPr>
          <p:cNvPr id="19" name="Text 17"/>
          <p:cNvSpPr/>
          <p:nvPr/>
        </p:nvSpPr>
        <p:spPr>
          <a:xfrm>
            <a:off x="6263640" y="1371600"/>
            <a:ext cx="5029200" cy="411480"/>
          </a:xfrm>
          <a:prstGeom prst="rect">
            <a:avLst/>
          </a:prstGeom>
          <a:noFill/>
          <a:ln/>
        </p:spPr>
        <p:txBody>
          <a:bodyPr wrap="square" lIns="0" tIns="0" rIns="0" bIns="0" rtlCol="0" anchor="ctr"/>
          <a:lstStyle/>
          <a:p>
            <a:pPr marL="0" indent="0">
              <a:buNone/>
            </a:pPr>
            <a:r>
              <a:rPr lang="en-US" sz="1600" b="1" dirty="0">
                <a:solidFill>
                  <a:srgbClr val="C9962C"/>
                </a:solidFill>
                <a:latin typeface="Latha" pitchFamily="34" charset="0"/>
                <a:ea typeface="Latha" pitchFamily="34" charset="-122"/>
                <a:cs typeface="Latha" pitchFamily="34" charset="-120"/>
              </a:rPr>
              <a:t>பொருள்</a:t>
            </a:r>
            <a:endParaRPr lang="en-US" sz="1600" dirty="0"/>
          </a:p>
        </p:txBody>
      </p:sp>
      <p:sp>
        <p:nvSpPr>
          <p:cNvPr id="20" name="Text 18"/>
          <p:cNvSpPr/>
          <p:nvPr/>
        </p:nvSpPr>
        <p:spPr>
          <a:xfrm>
            <a:off x="6263640" y="1828800"/>
            <a:ext cx="5074920" cy="4206240"/>
          </a:xfrm>
          <a:prstGeom prst="rect">
            <a:avLst/>
          </a:prstGeom>
          <a:noFill/>
          <a:ln/>
        </p:spPr>
        <p:txBody>
          <a:bodyPr wrap="square" lIns="0" tIns="0" rIns="0" bIns="0" rtlCol="0" anchor="t"/>
          <a:lstStyle/>
          <a:p>
            <a:pPr marL="0" indent="0" algn="l">
              <a:lnSpc>
                <a:spcPct val="135000"/>
              </a:lnSpc>
              <a:buNone/>
            </a:pPr>
            <a:r>
              <a:rPr lang="en-US" sz="1550" dirty="0">
                <a:solidFill>
                  <a:srgbClr val="3B1F12"/>
                </a:solidFill>
                <a:latin typeface="Latha" pitchFamily="34" charset="0"/>
                <a:ea typeface="Latha" pitchFamily="34" charset="-122"/>
                <a:cs typeface="Latha" pitchFamily="34" charset="-120"/>
              </a:rPr>
              <a:t>கழுகுமலை நகரின் உயர்ந்த மதில் (கோட்டை), பொன்னுலகைப் போன்ற தேவலோக நகரையும் தாண்டி மிக உயர்ந்திருப்பதால், அதில் குளிர்ந்த மேகங்கள் தங்கி, மின்னலிட்டுச் சுழல்கின்றன.</a:t>
            </a:r>
            <a:endParaRPr lang="en-US" sz="15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4A0E18"/>
        </a:solidFill>
        <a:effectLst/>
      </p:bgPr>
    </p:bg>
    <p:spTree>
      <p:nvGrpSpPr>
        <p:cNvPr id="1" name=""/>
        <p:cNvGrpSpPr/>
        <p:nvPr/>
      </p:nvGrpSpPr>
      <p:grpSpPr>
        <a:xfrm>
          <a:off x="0" y="0"/>
          <a:ext cx="0" cy="0"/>
          <a:chOff x="0" y="0"/>
          <a:chExt cx="0" cy="0"/>
        </a:xfrm>
      </p:grpSpPr>
      <p:sp>
        <p:nvSpPr>
          <p:cNvPr id="2" name="Shape 0"/>
          <p:cNvSpPr/>
          <p:nvPr/>
        </p:nvSpPr>
        <p:spPr>
          <a:xfrm>
            <a:off x="320040" y="320040"/>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521208" y="320040"/>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722376" y="320040"/>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923544" y="320040"/>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420624" y="521208"/>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621792" y="521208"/>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822960" y="521208"/>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521208" y="722376"/>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722376" y="722376"/>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621792" y="923544"/>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13" name="Shape 1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14" name="Shape 1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15" name="Shape 1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16" name="Shape 1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17" name="Shape 1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18" name="Shape 1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19" name="Shape 1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20" name="Shape 1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21" name="Shape 1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22" name="Shape 20"/>
          <p:cNvSpPr/>
          <p:nvPr/>
        </p:nvSpPr>
        <p:spPr>
          <a:xfrm>
            <a:off x="3337560" y="2788920"/>
            <a:ext cx="5486400" cy="1280160"/>
          </a:xfrm>
          <a:prstGeom prst="roundRect">
            <a:avLst>
              <a:gd name="adj" fmla="val 10714"/>
            </a:avLst>
          </a:prstGeom>
          <a:solidFill>
            <a:srgbClr val="E3B341"/>
          </a:solidFill>
          <a:ln/>
        </p:spPr>
        <p:txBody>
          <a:bodyPr/>
          <a:lstStyle/>
          <a:p>
            <a:endParaRPr lang="en-IN"/>
          </a:p>
        </p:txBody>
      </p:sp>
      <p:sp>
        <p:nvSpPr>
          <p:cNvPr id="23" name="Text 21"/>
          <p:cNvSpPr/>
          <p:nvPr/>
        </p:nvSpPr>
        <p:spPr>
          <a:xfrm>
            <a:off x="3337560" y="2880360"/>
            <a:ext cx="5486400" cy="502920"/>
          </a:xfrm>
          <a:prstGeom prst="rect">
            <a:avLst/>
          </a:prstGeom>
          <a:noFill/>
          <a:ln/>
        </p:spPr>
        <p:txBody>
          <a:bodyPr wrap="square" lIns="0" tIns="0" rIns="0" bIns="0" rtlCol="0" anchor="ctr"/>
          <a:lstStyle/>
          <a:p>
            <a:pPr marL="0" indent="0" algn="ctr">
              <a:buNone/>
            </a:pPr>
            <a:r>
              <a:rPr lang="en-US" sz="1600" dirty="0">
                <a:solidFill>
                  <a:srgbClr val="4A0E18"/>
                </a:solidFill>
                <a:latin typeface="Latha" pitchFamily="34" charset="0"/>
                <a:ea typeface="Latha" pitchFamily="34" charset="-122"/>
                <a:cs typeface="Latha" pitchFamily="34" charset="-120"/>
              </a:rPr>
              <a:t>வினாடி வினா</a:t>
            </a:r>
            <a:endParaRPr lang="en-US" sz="1600" dirty="0"/>
          </a:p>
        </p:txBody>
      </p:sp>
      <p:sp>
        <p:nvSpPr>
          <p:cNvPr id="24" name="Text 22"/>
          <p:cNvSpPr/>
          <p:nvPr/>
        </p:nvSpPr>
        <p:spPr>
          <a:xfrm>
            <a:off x="3337560" y="3246120"/>
            <a:ext cx="5486400" cy="731520"/>
          </a:xfrm>
          <a:prstGeom prst="rect">
            <a:avLst/>
          </a:prstGeom>
          <a:noFill/>
          <a:ln/>
        </p:spPr>
        <p:txBody>
          <a:bodyPr wrap="square" lIns="0" tIns="0" rIns="0" bIns="0" rtlCol="0" anchor="ctr"/>
          <a:lstStyle/>
          <a:p>
            <a:pPr marL="0" indent="0" algn="ctr">
              <a:buNone/>
            </a:pPr>
            <a:r>
              <a:rPr lang="en-US" sz="2600" b="1" dirty="0">
                <a:solidFill>
                  <a:srgbClr val="4A0E18"/>
                </a:solidFill>
                <a:latin typeface="Latha" pitchFamily="34" charset="0"/>
                <a:ea typeface="Latha" pitchFamily="34" charset="-122"/>
                <a:cs typeface="Latha" pitchFamily="34" charset="-120"/>
              </a:rPr>
              <a:t>பாடல் 6</a:t>
            </a:r>
            <a:endParaRPr lang="en-US" sz="2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16</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"இஞ்சி" என்ற சொல்லின் பொருள் என்ன?</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மலர்</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இஞ்சிக் கிழங்கு</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மதில்</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இலை</a:t>
            </a:r>
            <a:endParaRPr lang="en-US" sz="15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16</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"இஞ்சி" என்ற சொல்லின் பொருள் என்ன?</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மலர்</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இஞ்சிக் கிழங்கு</a:t>
            </a:r>
            <a:endParaRPr lang="en-US" sz="1500" dirty="0"/>
          </a:p>
        </p:txBody>
      </p:sp>
      <p:sp>
        <p:nvSpPr>
          <p:cNvPr id="23" name="Shape 21"/>
          <p:cNvSpPr/>
          <p:nvPr/>
        </p:nvSpPr>
        <p:spPr>
          <a:xfrm>
            <a:off x="548640" y="434340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2E7D32"/>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மதில்</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இலை</a:t>
            </a:r>
            <a:endParaRPr lang="en-US" sz="15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17</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"புயல்" என்ற சொல் இப்பாடலில் எதைக் குறிக்கிறது?</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காற்று</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மேகம்</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கடல்</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புயல்காற்று</a:t>
            </a:r>
            <a:endParaRPr lang="en-US" sz="15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17</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"புயல்" என்ற சொல் இப்பாடலில் எதைக் குறிக்கிறது?</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காற்று</a:t>
            </a:r>
            <a:endParaRPr lang="en-US" sz="1500" dirty="0"/>
          </a:p>
        </p:txBody>
      </p:sp>
      <p:sp>
        <p:nvSpPr>
          <p:cNvPr id="19" name="Shape 17"/>
          <p:cNvSpPr/>
          <p:nvPr/>
        </p:nvSpPr>
        <p:spPr>
          <a:xfrm>
            <a:off x="6263640" y="288036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2E7D32"/>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மேகம்</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alpha val="45000"/>
            </a:srgbClr>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கடல்</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புயல்காற்று</a:t>
            </a:r>
            <a:endParaRPr lang="en-US" sz="15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18</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"கறங்கும்" என்ற சொல்லின் பொருள் என்ன?</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மறையும்</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நகரும்</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சுழலும்</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ஒளிரும்</a:t>
            </a:r>
            <a:endParaRPr lang="en-US" sz="15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18</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"கறங்கும்" என்ற சொல்லின் பொருள் என்ன?</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மறையும்</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நகரும்</a:t>
            </a:r>
            <a:endParaRPr lang="en-US" sz="1500" dirty="0"/>
          </a:p>
        </p:txBody>
      </p:sp>
      <p:sp>
        <p:nvSpPr>
          <p:cNvPr id="23" name="Shape 21"/>
          <p:cNvSpPr/>
          <p:nvPr/>
        </p:nvSpPr>
        <p:spPr>
          <a:xfrm>
            <a:off x="548640" y="434340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2E7D32"/>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சுழலும்</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ஒளிரும்</a:t>
            </a:r>
            <a:endParaRPr lang="en-US" sz="15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4A0E18"/>
        </a:solidFill>
        <a:effectLst/>
      </p:bgPr>
    </p:bg>
    <p:spTree>
      <p:nvGrpSpPr>
        <p:cNvPr id="1" name=""/>
        <p:cNvGrpSpPr/>
        <p:nvPr/>
      </p:nvGrpSpPr>
      <p:grpSpPr>
        <a:xfrm>
          <a:off x="0" y="0"/>
          <a:ext cx="0" cy="0"/>
          <a:chOff x="0" y="0"/>
          <a:chExt cx="0" cy="0"/>
        </a:xfrm>
      </p:grpSpPr>
      <p:sp>
        <p:nvSpPr>
          <p:cNvPr id="2" name="Shape 0"/>
          <p:cNvSpPr/>
          <p:nvPr/>
        </p:nvSpPr>
        <p:spPr>
          <a:xfrm>
            <a:off x="320040" y="320040"/>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521208" y="320040"/>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722376" y="320040"/>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923544" y="320040"/>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420624" y="521208"/>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621792" y="521208"/>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822960" y="521208"/>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521208" y="722376"/>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722376" y="722376"/>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621792" y="923544"/>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13" name="Shape 1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14" name="Shape 1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15" name="Shape 1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16" name="Shape 1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17" name="Shape 1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18" name="Shape 1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19" name="Shape 1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20" name="Shape 1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21" name="Shape 1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22" name="Shape 20"/>
          <p:cNvSpPr/>
          <p:nvPr/>
        </p:nvSpPr>
        <p:spPr>
          <a:xfrm>
            <a:off x="3337560" y="2788920"/>
            <a:ext cx="5486400" cy="1280160"/>
          </a:xfrm>
          <a:prstGeom prst="roundRect">
            <a:avLst>
              <a:gd name="adj" fmla="val 10714"/>
            </a:avLst>
          </a:prstGeom>
          <a:solidFill>
            <a:srgbClr val="E3B341"/>
          </a:solidFill>
          <a:ln/>
        </p:spPr>
        <p:txBody>
          <a:bodyPr/>
          <a:lstStyle/>
          <a:p>
            <a:endParaRPr lang="en-IN"/>
          </a:p>
        </p:txBody>
      </p:sp>
      <p:sp>
        <p:nvSpPr>
          <p:cNvPr id="23" name="Text 21"/>
          <p:cNvSpPr/>
          <p:nvPr/>
        </p:nvSpPr>
        <p:spPr>
          <a:xfrm>
            <a:off x="3337560" y="2880360"/>
            <a:ext cx="5486400" cy="502920"/>
          </a:xfrm>
          <a:prstGeom prst="rect">
            <a:avLst/>
          </a:prstGeom>
          <a:noFill/>
          <a:ln/>
        </p:spPr>
        <p:txBody>
          <a:bodyPr wrap="square" lIns="0" tIns="0" rIns="0" bIns="0" rtlCol="0" anchor="ctr"/>
          <a:lstStyle/>
          <a:p>
            <a:pPr marL="0" indent="0" algn="ctr">
              <a:buNone/>
            </a:pPr>
            <a:r>
              <a:rPr lang="en-US" sz="1600" dirty="0">
                <a:solidFill>
                  <a:srgbClr val="4A0E18"/>
                </a:solidFill>
                <a:latin typeface="Latha" pitchFamily="34" charset="0"/>
                <a:ea typeface="Latha" pitchFamily="34" charset="-122"/>
                <a:cs typeface="Latha" pitchFamily="34" charset="-120"/>
              </a:rPr>
              <a:t>வினாடி வினா</a:t>
            </a:r>
            <a:endParaRPr lang="en-US" sz="1600" dirty="0"/>
          </a:p>
        </p:txBody>
      </p:sp>
      <p:sp>
        <p:nvSpPr>
          <p:cNvPr id="24" name="Text 22"/>
          <p:cNvSpPr/>
          <p:nvPr/>
        </p:nvSpPr>
        <p:spPr>
          <a:xfrm>
            <a:off x="3337560" y="3246120"/>
            <a:ext cx="5486400" cy="731520"/>
          </a:xfrm>
          <a:prstGeom prst="rect">
            <a:avLst/>
          </a:prstGeom>
          <a:noFill/>
          <a:ln/>
        </p:spPr>
        <p:txBody>
          <a:bodyPr wrap="square" lIns="0" tIns="0" rIns="0" bIns="0" rtlCol="0" anchor="ctr"/>
          <a:lstStyle/>
          <a:p>
            <a:pPr marL="0" indent="0" algn="ctr">
              <a:buNone/>
            </a:pPr>
            <a:r>
              <a:rPr lang="en-US" sz="2600" b="1" dirty="0">
                <a:solidFill>
                  <a:srgbClr val="4A0E18"/>
                </a:solidFill>
                <a:latin typeface="Latha" pitchFamily="34" charset="0"/>
                <a:ea typeface="Latha" pitchFamily="34" charset="-122"/>
                <a:cs typeface="Latha" pitchFamily="34" charset="-120"/>
              </a:rPr>
              <a:t>பாடல் 7</a:t>
            </a:r>
            <a:endParaRPr lang="en-US" sz="26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19</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காவடிச் சிந்து யாருடைய திருப்புகழ்த் தாக்கத்தால் உருவானது?</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கம்பர்</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அருணகிரியார்</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தாயுமானவர்</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ஔவையார்</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19</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காவடிச் சிந்து யாருடைய திருப்புகழ்த் தாக்கத்தால் உருவானது?</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கம்பர்</a:t>
            </a:r>
            <a:endParaRPr lang="en-US" sz="1500" dirty="0"/>
          </a:p>
        </p:txBody>
      </p:sp>
      <p:sp>
        <p:nvSpPr>
          <p:cNvPr id="19" name="Shape 17"/>
          <p:cNvSpPr/>
          <p:nvPr/>
        </p:nvSpPr>
        <p:spPr>
          <a:xfrm>
            <a:off x="6263640" y="288036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2E7D32"/>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அருணகிரியார்</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alpha val="45000"/>
            </a:srgbClr>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தாயுமானவர்</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ஔவையார்</a:t>
            </a:r>
            <a:endParaRPr lang="en-US" sz="15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20</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அடியார்களின் திருப்புகழ் முழக்கம் எங்கு சென்று சேருகிறது எனக் கூறப்படுகிறது?</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பூலோகம்</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அமராவதியில் உள்ள தேவர்களின் செவி</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வைகுண்டம்</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கைலாய மலை</a:t>
            </a:r>
            <a:endParaRPr lang="en-US" sz="15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20</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அடியார்களின் திருப்புகழ் முழக்கம் எங்கு சென்று சேருகிறது எனக் கூறப்படுகிறது?</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பூலோகம்</a:t>
            </a:r>
            <a:endParaRPr lang="en-US" sz="1500" dirty="0"/>
          </a:p>
        </p:txBody>
      </p:sp>
      <p:sp>
        <p:nvSpPr>
          <p:cNvPr id="19" name="Shape 17"/>
          <p:cNvSpPr/>
          <p:nvPr/>
        </p:nvSpPr>
        <p:spPr>
          <a:xfrm>
            <a:off x="6263640" y="288036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2E7D32"/>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அமராவதியில் உள்ள தேவர்களின் செவி</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alpha val="45000"/>
            </a:srgbClr>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வைகுண்டம்</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கைலாய மலை</a:t>
            </a:r>
            <a:endParaRPr lang="en-US" sz="15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21</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"அடியார் கணம்" என்பது யாரைக் குறிக்கிறது?</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முனிவர்கள்</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பக்தர்களின் கூட்டம்</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அரசவைப் புலவர்கள்</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தேவர்கள்</a:t>
            </a:r>
            <a:endParaRPr lang="en-US" sz="15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21</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"அடியார் கணம்" என்பது யாரைக் குறிக்கிறது?</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முனிவர்கள்</a:t>
            </a:r>
            <a:endParaRPr lang="en-US" sz="1500" dirty="0"/>
          </a:p>
        </p:txBody>
      </p:sp>
      <p:sp>
        <p:nvSpPr>
          <p:cNvPr id="19" name="Shape 17"/>
          <p:cNvSpPr/>
          <p:nvPr/>
        </p:nvSpPr>
        <p:spPr>
          <a:xfrm>
            <a:off x="6263640" y="288036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2E7D32"/>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பக்தர்களின் கூட்டம்</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alpha val="45000"/>
            </a:srgbClr>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அரசவைப் புலவர்கள்</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தேவர்கள்</a:t>
            </a:r>
            <a:endParaRPr lang="en-US" sz="15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4A0E18"/>
        </a:solidFill>
        <a:effectLst/>
      </p:bgPr>
    </p:bg>
    <p:spTree>
      <p:nvGrpSpPr>
        <p:cNvPr id="1" name=""/>
        <p:cNvGrpSpPr/>
        <p:nvPr/>
      </p:nvGrpSpPr>
      <p:grpSpPr>
        <a:xfrm>
          <a:off x="0" y="0"/>
          <a:ext cx="0" cy="0"/>
          <a:chOff x="0" y="0"/>
          <a:chExt cx="0" cy="0"/>
        </a:xfrm>
      </p:grpSpPr>
      <p:sp>
        <p:nvSpPr>
          <p:cNvPr id="2" name="Shape 0"/>
          <p:cNvSpPr/>
          <p:nvPr/>
        </p:nvSpPr>
        <p:spPr>
          <a:xfrm>
            <a:off x="320040" y="320040"/>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521208" y="320040"/>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722376" y="320040"/>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923544" y="320040"/>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420624" y="521208"/>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621792" y="521208"/>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822960" y="521208"/>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521208" y="722376"/>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722376" y="722376"/>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621792" y="923544"/>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13" name="Shape 1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14" name="Shape 1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15" name="Shape 1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16" name="Shape 1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17" name="Shape 1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18" name="Shape 1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19" name="Shape 1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20" name="Shape 1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21" name="Shape 1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22" name="Shape 20"/>
          <p:cNvSpPr/>
          <p:nvPr/>
        </p:nvSpPr>
        <p:spPr>
          <a:xfrm>
            <a:off x="3337560" y="2788920"/>
            <a:ext cx="5486400" cy="1280160"/>
          </a:xfrm>
          <a:prstGeom prst="roundRect">
            <a:avLst>
              <a:gd name="adj" fmla="val 10714"/>
            </a:avLst>
          </a:prstGeom>
          <a:solidFill>
            <a:srgbClr val="E3B341"/>
          </a:solidFill>
          <a:ln/>
        </p:spPr>
        <p:txBody>
          <a:bodyPr/>
          <a:lstStyle/>
          <a:p>
            <a:endParaRPr lang="en-IN"/>
          </a:p>
        </p:txBody>
      </p:sp>
      <p:sp>
        <p:nvSpPr>
          <p:cNvPr id="23" name="Text 21"/>
          <p:cNvSpPr/>
          <p:nvPr/>
        </p:nvSpPr>
        <p:spPr>
          <a:xfrm>
            <a:off x="3337560" y="2880360"/>
            <a:ext cx="5486400" cy="502920"/>
          </a:xfrm>
          <a:prstGeom prst="rect">
            <a:avLst/>
          </a:prstGeom>
          <a:noFill/>
          <a:ln/>
        </p:spPr>
        <p:txBody>
          <a:bodyPr wrap="square" lIns="0" tIns="0" rIns="0" bIns="0" rtlCol="0" anchor="ctr"/>
          <a:lstStyle/>
          <a:p>
            <a:pPr marL="0" indent="0" algn="ctr">
              <a:buNone/>
            </a:pPr>
            <a:r>
              <a:rPr lang="en-US" sz="1600" dirty="0">
                <a:solidFill>
                  <a:srgbClr val="4A0E18"/>
                </a:solidFill>
                <a:latin typeface="Latha" pitchFamily="34" charset="0"/>
                <a:ea typeface="Latha" pitchFamily="34" charset="-122"/>
                <a:cs typeface="Latha" pitchFamily="34" charset="-120"/>
              </a:rPr>
              <a:t>வினாடி வினா</a:t>
            </a:r>
            <a:endParaRPr lang="en-US" sz="1600" dirty="0"/>
          </a:p>
        </p:txBody>
      </p:sp>
      <p:sp>
        <p:nvSpPr>
          <p:cNvPr id="24" name="Text 22"/>
          <p:cNvSpPr/>
          <p:nvPr/>
        </p:nvSpPr>
        <p:spPr>
          <a:xfrm>
            <a:off x="3337560" y="3246120"/>
            <a:ext cx="5486400" cy="731520"/>
          </a:xfrm>
          <a:prstGeom prst="rect">
            <a:avLst/>
          </a:prstGeom>
          <a:noFill/>
          <a:ln/>
        </p:spPr>
        <p:txBody>
          <a:bodyPr wrap="square" lIns="0" tIns="0" rIns="0" bIns="0" rtlCol="0" anchor="ctr"/>
          <a:lstStyle/>
          <a:p>
            <a:pPr marL="0" indent="0" algn="ctr">
              <a:buNone/>
            </a:pPr>
            <a:r>
              <a:rPr lang="en-US" sz="2600" b="1" dirty="0">
                <a:solidFill>
                  <a:srgbClr val="4A0E18"/>
                </a:solidFill>
                <a:latin typeface="Latha" pitchFamily="34" charset="0"/>
                <a:ea typeface="Latha" pitchFamily="34" charset="-122"/>
                <a:cs typeface="Latha" pitchFamily="34" charset="-120"/>
              </a:rPr>
              <a:t>பாடல் 8</a:t>
            </a:r>
            <a:endParaRPr lang="en-US" sz="26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22</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பக்தர்கள் காவடியைத் தூக்கிச் செல்வது எதற்கு ஒப்பிடப்படுகிறது?</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வெயிலில் காயும் நெல்</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காற்றில் பறக்கும் பட்டம்</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நீரில் மிதக்கும் தோணி</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கனலில் உருகும் மெழுகு</a:t>
            </a:r>
            <a:endParaRPr lang="en-US" sz="15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22</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பக்தர்கள் காவடியைத் தூக்கிச் செல்வது எதற்கு ஒப்பிடப்படுகிறது?</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வெயிலில் காயும் நெல்</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காற்றில் பறக்கும் பட்டம்</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alpha val="45000"/>
            </a:srgbClr>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நீரில் மிதக்கும் தோணி</a:t>
            </a:r>
            <a:endParaRPr lang="en-US" sz="1500" dirty="0"/>
          </a:p>
        </p:txBody>
      </p:sp>
      <p:sp>
        <p:nvSpPr>
          <p:cNvPr id="27" name="Shape 25"/>
          <p:cNvSpPr/>
          <p:nvPr/>
        </p:nvSpPr>
        <p:spPr>
          <a:xfrm>
            <a:off x="6263640" y="434340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2E7D32"/>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கனலில் உருகும் மெழுகு</a:t>
            </a:r>
            <a:endParaRPr lang="en-US" sz="15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23</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முருகனை நோக்கி வரும் பக்தர்கள் என்ன பெறுவர்?</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அறிவும் ஆற்றலும்</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செல்வமும் புகழும்</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அருளும் இன்பமும்</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நீண்ட ஆயுளும் நலமும்</a:t>
            </a:r>
            <a:endParaRPr lang="en-US" sz="15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23</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முருகனை நோக்கி வரும் பக்தர்கள் என்ன பெறுவர்?</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அறிவும் ஆற்றலும்</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செல்வமும் புகழும்</a:t>
            </a:r>
            <a:endParaRPr lang="en-US" sz="1500" dirty="0"/>
          </a:p>
        </p:txBody>
      </p:sp>
      <p:sp>
        <p:nvSpPr>
          <p:cNvPr id="23" name="Shape 21"/>
          <p:cNvSpPr/>
          <p:nvPr/>
        </p:nvSpPr>
        <p:spPr>
          <a:xfrm>
            <a:off x="548640" y="434340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2E7D32"/>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அருளும் இன்பமும்</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நீண்ட ஆயுளும் நலமும்</a:t>
            </a:r>
            <a:endParaRPr lang="en-US" sz="15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24</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பாடலின் இறுதி வரியில் இடம்பெறும் சொல் இணை எது?</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பாடுவார்; ஆடுவார்</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காண்பார்; இன்பம் பூண்பார்</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வாழ்வார்; வளம் சேர்ப்பார்</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தொழுவார்; வரம் பெறுவார்</a:t>
            </a:r>
            <a:endParaRPr lang="en-US" sz="15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24</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பாடலின் இறுதி வரியில் இடம்பெறும் சொல் இணை எது?</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பாடுவார்; ஆடுவார்</a:t>
            </a:r>
            <a:endParaRPr lang="en-US" sz="1500" dirty="0"/>
          </a:p>
        </p:txBody>
      </p:sp>
      <p:sp>
        <p:nvSpPr>
          <p:cNvPr id="19" name="Shape 17"/>
          <p:cNvSpPr/>
          <p:nvPr/>
        </p:nvSpPr>
        <p:spPr>
          <a:xfrm>
            <a:off x="6263640" y="288036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2E7D32"/>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காண்பார்; இன்பம் பூண்பார்</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alpha val="45000"/>
            </a:srgbClr>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வாழ்வார்; வளம் சேர்ப்பார்</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தொழுவார்; வரம் பெறுவார்</a:t>
            </a:r>
            <a:endParaRPr lang="en-US" sz="15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4A0E18"/>
        </a:solidFill>
        <a:effectLst/>
      </p:bgPr>
    </p:bg>
    <p:spTree>
      <p:nvGrpSpPr>
        <p:cNvPr id="1" name=""/>
        <p:cNvGrpSpPr/>
        <p:nvPr/>
      </p:nvGrpSpPr>
      <p:grpSpPr>
        <a:xfrm>
          <a:off x="0" y="0"/>
          <a:ext cx="0" cy="0"/>
          <a:chOff x="0" y="0"/>
          <a:chExt cx="0" cy="0"/>
        </a:xfrm>
      </p:grpSpPr>
      <p:sp>
        <p:nvSpPr>
          <p:cNvPr id="2" name="Shape 0"/>
          <p:cNvSpPr/>
          <p:nvPr/>
        </p:nvSpPr>
        <p:spPr>
          <a:xfrm>
            <a:off x="320040" y="320040"/>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521208" y="320040"/>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722376" y="320040"/>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923544" y="320040"/>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420624" y="521208"/>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621792" y="521208"/>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822960" y="521208"/>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521208" y="722376"/>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722376" y="722376"/>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621792" y="923544"/>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13" name="Shape 1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14" name="Shape 1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15" name="Shape 1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16" name="Shape 1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17" name="Shape 1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18" name="Shape 1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19" name="Shape 1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20" name="Shape 1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21" name="Shape 1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22" name="Shape 20"/>
          <p:cNvSpPr/>
          <p:nvPr/>
        </p:nvSpPr>
        <p:spPr>
          <a:xfrm>
            <a:off x="3337560" y="2788920"/>
            <a:ext cx="5486400" cy="1280160"/>
          </a:xfrm>
          <a:prstGeom prst="roundRect">
            <a:avLst>
              <a:gd name="adj" fmla="val 10714"/>
            </a:avLst>
          </a:prstGeom>
          <a:solidFill>
            <a:srgbClr val="E3B341"/>
          </a:solidFill>
          <a:ln/>
        </p:spPr>
        <p:txBody>
          <a:bodyPr/>
          <a:lstStyle/>
          <a:p>
            <a:endParaRPr lang="en-IN"/>
          </a:p>
        </p:txBody>
      </p:sp>
      <p:sp>
        <p:nvSpPr>
          <p:cNvPr id="23" name="Text 21"/>
          <p:cNvSpPr/>
          <p:nvPr/>
        </p:nvSpPr>
        <p:spPr>
          <a:xfrm>
            <a:off x="3337560" y="2880360"/>
            <a:ext cx="5486400" cy="502920"/>
          </a:xfrm>
          <a:prstGeom prst="rect">
            <a:avLst/>
          </a:prstGeom>
          <a:noFill/>
          <a:ln/>
        </p:spPr>
        <p:txBody>
          <a:bodyPr wrap="square" lIns="0" tIns="0" rIns="0" bIns="0" rtlCol="0" anchor="ctr"/>
          <a:lstStyle/>
          <a:p>
            <a:pPr marL="0" indent="0" algn="ctr">
              <a:buNone/>
            </a:pPr>
            <a:r>
              <a:rPr lang="en-US" sz="1600" dirty="0">
                <a:solidFill>
                  <a:srgbClr val="4A0E18"/>
                </a:solidFill>
                <a:latin typeface="Latha" pitchFamily="34" charset="0"/>
                <a:ea typeface="Latha" pitchFamily="34" charset="-122"/>
                <a:cs typeface="Latha" pitchFamily="34" charset="-120"/>
              </a:rPr>
              <a:t>வினாடி வினா</a:t>
            </a:r>
            <a:endParaRPr lang="en-US" sz="1600" dirty="0"/>
          </a:p>
        </p:txBody>
      </p:sp>
      <p:sp>
        <p:nvSpPr>
          <p:cNvPr id="24" name="Text 22"/>
          <p:cNvSpPr/>
          <p:nvPr/>
        </p:nvSpPr>
        <p:spPr>
          <a:xfrm>
            <a:off x="3337560" y="3246120"/>
            <a:ext cx="5486400" cy="731520"/>
          </a:xfrm>
          <a:prstGeom prst="rect">
            <a:avLst/>
          </a:prstGeom>
          <a:noFill/>
          <a:ln/>
        </p:spPr>
        <p:txBody>
          <a:bodyPr wrap="square" lIns="0" tIns="0" rIns="0" bIns="0" rtlCol="0" anchor="ctr"/>
          <a:lstStyle/>
          <a:p>
            <a:pPr marL="0" indent="0" algn="ctr">
              <a:buNone/>
            </a:pPr>
            <a:r>
              <a:rPr lang="en-US" sz="2600" b="1" dirty="0">
                <a:solidFill>
                  <a:srgbClr val="4A0E18"/>
                </a:solidFill>
                <a:latin typeface="Latha" pitchFamily="34" charset="0"/>
                <a:ea typeface="Latha" pitchFamily="34" charset="-122"/>
                <a:cs typeface="Latha" pitchFamily="34" charset="-120"/>
              </a:rPr>
              <a:t>நுழையும் முன்</a:t>
            </a:r>
            <a:endParaRPr lang="en-US" sz="26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25</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காவடி எடுத்தல் எதன் ஒரு பகுதியாகக் கருதப்படுகிறது?</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சமையல் முறை</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விளையாட்டு வகை</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தமிழ்ப் பண்பாட்டுக் கூறுகளுள் ஒன்று</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நடன வகை மட்டும்</a:t>
            </a:r>
            <a:endParaRPr lang="en-US" sz="15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25</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காவடி எடுத்தல் எதன் ஒரு பகுதியாகக் கருதப்படுகிறது?</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சமையல் முறை</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விளையாட்டு வகை</a:t>
            </a:r>
            <a:endParaRPr lang="en-US" sz="1500" dirty="0"/>
          </a:p>
        </p:txBody>
      </p:sp>
      <p:sp>
        <p:nvSpPr>
          <p:cNvPr id="23" name="Shape 21"/>
          <p:cNvSpPr/>
          <p:nvPr/>
        </p:nvSpPr>
        <p:spPr>
          <a:xfrm>
            <a:off x="548640" y="434340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2E7D32"/>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தமிழ்ப் பண்பாட்டுக் கூறுகளுள் ஒன்று</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நடன வகை மட்டும்</a:t>
            </a:r>
            <a:endParaRPr lang="en-US" sz="15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26</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புலவர்கள் வழிநடைப் பாடல்களை இயற்றியதன் நோக்கம் என்ன?</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போட்டியில் பங்கேற்க</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பரிசு பெறுவதற்காக</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பொழுதுபோக்குக்காக</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சுமையை உணராமல் இருக்கச் செய்ய</a:t>
            </a:r>
            <a:endParaRPr lang="en-US" sz="15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26</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புலவர்கள் வழிநடைப் பாடல்களை இயற்றியதன் நோக்கம் என்ன?</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போட்டியில் பங்கேற்க</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பரிசு பெறுவதற்காக</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alpha val="45000"/>
            </a:srgbClr>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பொழுதுபோக்குக்காக</a:t>
            </a:r>
            <a:endParaRPr lang="en-US" sz="1500" dirty="0"/>
          </a:p>
        </p:txBody>
      </p:sp>
      <p:sp>
        <p:nvSpPr>
          <p:cNvPr id="27" name="Shape 25"/>
          <p:cNvSpPr/>
          <p:nvPr/>
        </p:nvSpPr>
        <p:spPr>
          <a:xfrm>
            <a:off x="6263640" y="434340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2E7D32"/>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சுமையை உணராமல் இருக்கச் செய்ய</a:t>
            </a:r>
            <a:endParaRPr lang="en-US" sz="15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27</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காவடிச் சிந்து எனும் பாவடிவம் எதிலிருந்து தோன்றியது?</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கோவில் சிற்பக் கலை</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வழிநடைப் பாடல் வகைகள்</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கிராமிய நாட்டுப்புற விளையாட்டு</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பண்டைய நாடகங்கள்</a:t>
            </a:r>
            <a:endParaRPr lang="en-US" sz="15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27</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காவடிச் சிந்து எனும் பாவடிவம் எதிலிருந்து தோன்றியது?</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கோவில் சிற்பக் கலை</a:t>
            </a:r>
            <a:endParaRPr lang="en-US" sz="1500" dirty="0"/>
          </a:p>
        </p:txBody>
      </p:sp>
      <p:sp>
        <p:nvSpPr>
          <p:cNvPr id="19" name="Shape 17"/>
          <p:cNvSpPr/>
          <p:nvPr/>
        </p:nvSpPr>
        <p:spPr>
          <a:xfrm>
            <a:off x="6263640" y="288036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2E7D32"/>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வழிநடைப் பாடல் வகைகள்</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alpha val="45000"/>
            </a:srgbClr>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கிராமிய நாட்டுப்புற விளையாட்டு</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பண்டைய நாடகங்கள்</a:t>
            </a:r>
            <a:endParaRPr lang="en-US" sz="15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4A0E18"/>
        </a:solidFill>
        <a:effectLst/>
      </p:bgPr>
    </p:bg>
    <p:spTree>
      <p:nvGrpSpPr>
        <p:cNvPr id="1" name=""/>
        <p:cNvGrpSpPr/>
        <p:nvPr/>
      </p:nvGrpSpPr>
      <p:grpSpPr>
        <a:xfrm>
          <a:off x="0" y="0"/>
          <a:ext cx="0" cy="0"/>
          <a:chOff x="0" y="0"/>
          <a:chExt cx="0" cy="0"/>
        </a:xfrm>
      </p:grpSpPr>
      <p:sp>
        <p:nvSpPr>
          <p:cNvPr id="2" name="Shape 0"/>
          <p:cNvSpPr/>
          <p:nvPr/>
        </p:nvSpPr>
        <p:spPr>
          <a:xfrm>
            <a:off x="320040" y="320040"/>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521208" y="320040"/>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722376" y="320040"/>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923544" y="320040"/>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420624" y="521208"/>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621792" y="521208"/>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822960" y="521208"/>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521208" y="722376"/>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722376" y="722376"/>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621792" y="923544"/>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13" name="Shape 1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14" name="Shape 1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15" name="Shape 1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16" name="Shape 1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17" name="Shape 1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18" name="Shape 1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19" name="Shape 1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20" name="Shape 1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21" name="Shape 1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22" name="Shape 20"/>
          <p:cNvSpPr/>
          <p:nvPr/>
        </p:nvSpPr>
        <p:spPr>
          <a:xfrm>
            <a:off x="3337560" y="2788920"/>
            <a:ext cx="5486400" cy="1280160"/>
          </a:xfrm>
          <a:prstGeom prst="roundRect">
            <a:avLst>
              <a:gd name="adj" fmla="val 10714"/>
            </a:avLst>
          </a:prstGeom>
          <a:solidFill>
            <a:srgbClr val="E3B341"/>
          </a:solidFill>
          <a:ln/>
        </p:spPr>
        <p:txBody>
          <a:bodyPr/>
          <a:lstStyle/>
          <a:p>
            <a:endParaRPr lang="en-IN"/>
          </a:p>
        </p:txBody>
      </p:sp>
      <p:sp>
        <p:nvSpPr>
          <p:cNvPr id="23" name="Text 21"/>
          <p:cNvSpPr/>
          <p:nvPr/>
        </p:nvSpPr>
        <p:spPr>
          <a:xfrm>
            <a:off x="3337560" y="2880360"/>
            <a:ext cx="5486400" cy="502920"/>
          </a:xfrm>
          <a:prstGeom prst="rect">
            <a:avLst/>
          </a:prstGeom>
          <a:noFill/>
          <a:ln/>
        </p:spPr>
        <p:txBody>
          <a:bodyPr wrap="square" lIns="0" tIns="0" rIns="0" bIns="0" rtlCol="0" anchor="ctr"/>
          <a:lstStyle/>
          <a:p>
            <a:pPr marL="0" indent="0" algn="ctr">
              <a:buNone/>
            </a:pPr>
            <a:r>
              <a:rPr lang="en-US" sz="1600" dirty="0">
                <a:solidFill>
                  <a:srgbClr val="4A0E18"/>
                </a:solidFill>
                <a:latin typeface="Latha" pitchFamily="34" charset="0"/>
                <a:ea typeface="Latha" pitchFamily="34" charset="-122"/>
                <a:cs typeface="Latha" pitchFamily="34" charset="-120"/>
              </a:rPr>
              <a:t>வினாடி வினா</a:t>
            </a:r>
            <a:endParaRPr lang="en-US" sz="1600" dirty="0"/>
          </a:p>
        </p:txBody>
      </p:sp>
      <p:sp>
        <p:nvSpPr>
          <p:cNvPr id="24" name="Text 22"/>
          <p:cNvSpPr/>
          <p:nvPr/>
        </p:nvSpPr>
        <p:spPr>
          <a:xfrm>
            <a:off x="3337560" y="3246120"/>
            <a:ext cx="5486400" cy="731520"/>
          </a:xfrm>
          <a:prstGeom prst="rect">
            <a:avLst/>
          </a:prstGeom>
          <a:noFill/>
          <a:ln/>
        </p:spPr>
        <p:txBody>
          <a:bodyPr wrap="square" lIns="0" tIns="0" rIns="0" bIns="0" rtlCol="0" anchor="ctr"/>
          <a:lstStyle/>
          <a:p>
            <a:pPr marL="0" indent="0" algn="ctr">
              <a:buNone/>
            </a:pPr>
            <a:r>
              <a:rPr lang="en-US" sz="2600" b="1" dirty="0">
                <a:solidFill>
                  <a:srgbClr val="4A0E18"/>
                </a:solidFill>
                <a:latin typeface="Latha" pitchFamily="34" charset="0"/>
                <a:ea typeface="Latha" pitchFamily="34" charset="-122"/>
                <a:cs typeface="Latha" pitchFamily="34" charset="-120"/>
              </a:rPr>
              <a:t>சொல்லும் பொருளும்</a:t>
            </a:r>
            <a:endParaRPr lang="en-US" sz="26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28</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"வரை" என்ற சொல்லின் பொருள் என்ன?</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வானம்</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ஆறு</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மலை</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கடல்</a:t>
            </a:r>
            <a:endParaRPr lang="en-US" sz="15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28</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"வரை" என்ற சொல்லின் பொருள் என்ன?</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வானம்</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ஆறு</a:t>
            </a:r>
            <a:endParaRPr lang="en-US" sz="1500" dirty="0"/>
          </a:p>
        </p:txBody>
      </p:sp>
      <p:sp>
        <p:nvSpPr>
          <p:cNvPr id="23" name="Shape 21"/>
          <p:cNvSpPr/>
          <p:nvPr/>
        </p:nvSpPr>
        <p:spPr>
          <a:xfrm>
            <a:off x="548640" y="434340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2E7D32"/>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மலை</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கடல்</a:t>
            </a:r>
            <a:endParaRPr lang="en-US" sz="15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29</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"விலாசம்" என்ற சொல்லின் பொருள் என்ன?</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கோபம்</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அமைதி</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அழகு</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வலிமை</a:t>
            </a:r>
            <a:endParaRPr lang="en-US" sz="15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29</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"விலாசம்" என்ற சொல்லின் பொருள் என்ன?</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கோபம்</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அமைதி</a:t>
            </a:r>
            <a:endParaRPr lang="en-US" sz="1500" dirty="0"/>
          </a:p>
        </p:txBody>
      </p:sp>
      <p:sp>
        <p:nvSpPr>
          <p:cNvPr id="23" name="Shape 21"/>
          <p:cNvSpPr/>
          <p:nvPr/>
        </p:nvSpPr>
        <p:spPr>
          <a:xfrm>
            <a:off x="548640" y="434340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2E7D32"/>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அழகு</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வலிமை</a:t>
            </a:r>
            <a:endParaRPr lang="en-US" sz="15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30</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"புயம்" என்ற சொல்லின் பொருள் என்ன?</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தலை</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கால்</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தோள்</a:t>
            </a:r>
            <a:endParaRPr lang="en-US" sz="15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30</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"புயம்" என்ற சொல்லின் பொருள் என்ன?</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தலை</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கால்</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alpha val="45000"/>
            </a:srgbClr>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a:t>
            </a:r>
            <a:endParaRPr lang="en-US" sz="1500" dirty="0"/>
          </a:p>
        </p:txBody>
      </p:sp>
      <p:sp>
        <p:nvSpPr>
          <p:cNvPr id="27" name="Shape 25"/>
          <p:cNvSpPr/>
          <p:nvPr/>
        </p:nvSpPr>
        <p:spPr>
          <a:xfrm>
            <a:off x="6263640" y="434340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2E7D32"/>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தோள்</a:t>
            </a:r>
            <a:endParaRPr lang="en-US" sz="15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31</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"கழுகாசலம்" என்ற சொல்லின் பொருள் என்ன?</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கழுகு குகை</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கழுகு மலை</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கழுகு நகரம்</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கழுகு கோட்டை</a:t>
            </a:r>
            <a:endParaRPr lang="en-US" sz="15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31</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"கழுகாசலம்" என்ற சொல்லின் பொருள் என்ன?</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கழுகு குகை</a:t>
            </a:r>
            <a:endParaRPr lang="en-US" sz="1500" dirty="0"/>
          </a:p>
        </p:txBody>
      </p:sp>
      <p:sp>
        <p:nvSpPr>
          <p:cNvPr id="19" name="Shape 17"/>
          <p:cNvSpPr/>
          <p:nvPr/>
        </p:nvSpPr>
        <p:spPr>
          <a:xfrm>
            <a:off x="6263640" y="288036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2E7D32"/>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கழுகு மலை</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alpha val="45000"/>
            </a:srgbClr>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கழுகு நகரம்</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கழுகு கோட்டை</a:t>
            </a:r>
            <a:endParaRPr lang="en-US" sz="15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4A0E18"/>
        </a:solidFill>
        <a:effectLst/>
      </p:bgPr>
    </p:bg>
    <p:spTree>
      <p:nvGrpSpPr>
        <p:cNvPr id="1" name=""/>
        <p:cNvGrpSpPr/>
        <p:nvPr/>
      </p:nvGrpSpPr>
      <p:grpSpPr>
        <a:xfrm>
          <a:off x="0" y="0"/>
          <a:ext cx="0" cy="0"/>
          <a:chOff x="0" y="0"/>
          <a:chExt cx="0" cy="0"/>
        </a:xfrm>
      </p:grpSpPr>
      <p:sp>
        <p:nvSpPr>
          <p:cNvPr id="2" name="Shape 0"/>
          <p:cNvSpPr/>
          <p:nvPr/>
        </p:nvSpPr>
        <p:spPr>
          <a:xfrm>
            <a:off x="320040" y="320040"/>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521208" y="320040"/>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722376" y="320040"/>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923544" y="320040"/>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420624" y="521208"/>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621792" y="521208"/>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822960" y="521208"/>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521208" y="722376"/>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722376" y="722376"/>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621792" y="923544"/>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13" name="Shape 1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14" name="Shape 1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15" name="Shape 1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16" name="Shape 1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17" name="Shape 1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18" name="Shape 1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19" name="Shape 1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20" name="Shape 1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21" name="Shape 1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22" name="Shape 20"/>
          <p:cNvSpPr/>
          <p:nvPr/>
        </p:nvSpPr>
        <p:spPr>
          <a:xfrm>
            <a:off x="3337560" y="2788920"/>
            <a:ext cx="5486400" cy="1280160"/>
          </a:xfrm>
          <a:prstGeom prst="roundRect">
            <a:avLst>
              <a:gd name="adj" fmla="val 10714"/>
            </a:avLst>
          </a:prstGeom>
          <a:solidFill>
            <a:srgbClr val="E3B341"/>
          </a:solidFill>
          <a:ln/>
        </p:spPr>
        <p:txBody>
          <a:bodyPr/>
          <a:lstStyle/>
          <a:p>
            <a:endParaRPr lang="en-IN"/>
          </a:p>
        </p:txBody>
      </p:sp>
      <p:sp>
        <p:nvSpPr>
          <p:cNvPr id="23" name="Text 21"/>
          <p:cNvSpPr/>
          <p:nvPr/>
        </p:nvSpPr>
        <p:spPr>
          <a:xfrm>
            <a:off x="3337560" y="2880360"/>
            <a:ext cx="5486400" cy="502920"/>
          </a:xfrm>
          <a:prstGeom prst="rect">
            <a:avLst/>
          </a:prstGeom>
          <a:noFill/>
          <a:ln/>
        </p:spPr>
        <p:txBody>
          <a:bodyPr wrap="square" lIns="0" tIns="0" rIns="0" bIns="0" rtlCol="0" anchor="ctr"/>
          <a:lstStyle/>
          <a:p>
            <a:pPr marL="0" indent="0" algn="ctr">
              <a:buNone/>
            </a:pPr>
            <a:r>
              <a:rPr lang="en-US" sz="1600" dirty="0">
                <a:solidFill>
                  <a:srgbClr val="4A0E18"/>
                </a:solidFill>
                <a:latin typeface="Latha" pitchFamily="34" charset="0"/>
                <a:ea typeface="Latha" pitchFamily="34" charset="-122"/>
                <a:cs typeface="Latha" pitchFamily="34" charset="-120"/>
              </a:rPr>
              <a:t>வினாடி வினா</a:t>
            </a:r>
            <a:endParaRPr lang="en-US" sz="1600" dirty="0"/>
          </a:p>
        </p:txBody>
      </p:sp>
      <p:sp>
        <p:nvSpPr>
          <p:cNvPr id="24" name="Text 22"/>
          <p:cNvSpPr/>
          <p:nvPr/>
        </p:nvSpPr>
        <p:spPr>
          <a:xfrm>
            <a:off x="3337560" y="3246120"/>
            <a:ext cx="5486400" cy="731520"/>
          </a:xfrm>
          <a:prstGeom prst="rect">
            <a:avLst/>
          </a:prstGeom>
          <a:noFill/>
          <a:ln/>
        </p:spPr>
        <p:txBody>
          <a:bodyPr wrap="square" lIns="0" tIns="0" rIns="0" bIns="0" rtlCol="0" anchor="ctr"/>
          <a:lstStyle/>
          <a:p>
            <a:pPr marL="0" indent="0" algn="ctr">
              <a:buNone/>
            </a:pPr>
            <a:r>
              <a:rPr lang="en-US" sz="2600" b="1" dirty="0">
                <a:solidFill>
                  <a:srgbClr val="4A0E18"/>
                </a:solidFill>
                <a:latin typeface="Latha" pitchFamily="34" charset="0"/>
                <a:ea typeface="Latha" pitchFamily="34" charset="-122"/>
                <a:cs typeface="Latha" pitchFamily="34" charset="-120"/>
              </a:rPr>
              <a:t>இலக்கணக்குறிப்பு</a:t>
            </a:r>
            <a:endParaRPr lang="en-US" sz="26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32</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"தாவி" என்பது எந்த இலக்கண வகையைச் சேர்ந்தது?</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வியங்கோள் வினைமுற்று</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வினையெச்சம்</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தொழிற்பெயர்</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பெயரெச்சம்</a:t>
            </a:r>
            <a:endParaRPr lang="en-US" sz="15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32</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"தாவி" என்பது எந்த இலக்கண வகையைச் சேர்ந்தது?</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வியங்கோள் வினைமுற்று</a:t>
            </a:r>
            <a:endParaRPr lang="en-US" sz="1500" dirty="0"/>
          </a:p>
        </p:txBody>
      </p:sp>
      <p:sp>
        <p:nvSpPr>
          <p:cNvPr id="19" name="Shape 17"/>
          <p:cNvSpPr/>
          <p:nvPr/>
        </p:nvSpPr>
        <p:spPr>
          <a:xfrm>
            <a:off x="6263640" y="288036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2E7D32"/>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வினையெச்சம்</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alpha val="45000"/>
            </a:srgbClr>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தொழிற்பெயர்</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பெயரெச்சம்</a:t>
            </a:r>
            <a:endParaRPr lang="en-US" sz="15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33</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"மாதே" என்பது எந்த இலக்கண வகையைச் சேர்ந்தது?</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பயனிலை</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எழுவாய்</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செயப்படுபொருள்</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விளி</a:t>
            </a:r>
            <a:endParaRPr lang="en-US" sz="15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33</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"மாதே" என்பது எந்த இலக்கண வகையைச் சேர்ந்தது?</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பயனிலை</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எழுவாய்</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alpha val="45000"/>
            </a:srgbClr>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செயப்படுபொருள்</a:t>
            </a:r>
            <a:endParaRPr lang="en-US" sz="1500" dirty="0"/>
          </a:p>
        </p:txBody>
      </p:sp>
      <p:sp>
        <p:nvSpPr>
          <p:cNvPr id="27" name="Shape 25"/>
          <p:cNvSpPr/>
          <p:nvPr/>
        </p:nvSpPr>
        <p:spPr>
          <a:xfrm>
            <a:off x="6263640" y="434340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2E7D32"/>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விளி</a:t>
            </a:r>
            <a:endParaRPr lang="en-US" sz="15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34</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விளி என்பது எதைக் குறிக்கும்?</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பெயரைச் சிறப்பித்தல்</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வினையை நிகழ்த்துதல்</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அழைத்தல் / விளித்தல்</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எண்ணைக் குறித்தல்</a:t>
            </a:r>
            <a:endParaRPr lang="en-US" sz="15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34</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விளி என்பது எதைக் குறிக்கும்?</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பெயரைச் சிறப்பித்தல்</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வினையை நிகழ்த்துதல்</a:t>
            </a:r>
            <a:endParaRPr lang="en-US" sz="1500" dirty="0"/>
          </a:p>
        </p:txBody>
      </p:sp>
      <p:sp>
        <p:nvSpPr>
          <p:cNvPr id="23" name="Shape 21"/>
          <p:cNvSpPr/>
          <p:nvPr/>
        </p:nvSpPr>
        <p:spPr>
          <a:xfrm>
            <a:off x="548640" y="434340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2E7D32"/>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அழைத்தல் / விளித்தல்</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எண்ணைக் குறித்தல்</a:t>
            </a:r>
            <a:endParaRPr lang="en-US" sz="15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4A0E18"/>
        </a:solidFill>
        <a:effectLst/>
      </p:bgPr>
    </p:bg>
    <p:spTree>
      <p:nvGrpSpPr>
        <p:cNvPr id="1" name=""/>
        <p:cNvGrpSpPr/>
        <p:nvPr/>
      </p:nvGrpSpPr>
      <p:grpSpPr>
        <a:xfrm>
          <a:off x="0" y="0"/>
          <a:ext cx="0" cy="0"/>
          <a:chOff x="0" y="0"/>
          <a:chExt cx="0" cy="0"/>
        </a:xfrm>
      </p:grpSpPr>
      <p:sp>
        <p:nvSpPr>
          <p:cNvPr id="2" name="Shape 0"/>
          <p:cNvSpPr/>
          <p:nvPr/>
        </p:nvSpPr>
        <p:spPr>
          <a:xfrm>
            <a:off x="320040" y="320040"/>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521208" y="320040"/>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722376" y="320040"/>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923544" y="320040"/>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420624" y="521208"/>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621792" y="521208"/>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822960" y="521208"/>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521208" y="722376"/>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722376" y="722376"/>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621792" y="923544"/>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13" name="Shape 1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14" name="Shape 1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15" name="Shape 1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16" name="Shape 1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17" name="Shape 1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18" name="Shape 1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19" name="Shape 1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20" name="Shape 1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21" name="Shape 1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22" name="Shape 20"/>
          <p:cNvSpPr/>
          <p:nvPr/>
        </p:nvSpPr>
        <p:spPr>
          <a:xfrm>
            <a:off x="3337560" y="2788920"/>
            <a:ext cx="5486400" cy="1280160"/>
          </a:xfrm>
          <a:prstGeom prst="roundRect">
            <a:avLst>
              <a:gd name="adj" fmla="val 10714"/>
            </a:avLst>
          </a:prstGeom>
          <a:solidFill>
            <a:srgbClr val="E3B341"/>
          </a:solidFill>
          <a:ln/>
        </p:spPr>
        <p:txBody>
          <a:bodyPr/>
          <a:lstStyle/>
          <a:p>
            <a:endParaRPr lang="en-IN"/>
          </a:p>
        </p:txBody>
      </p:sp>
      <p:sp>
        <p:nvSpPr>
          <p:cNvPr id="23" name="Text 21"/>
          <p:cNvSpPr/>
          <p:nvPr/>
        </p:nvSpPr>
        <p:spPr>
          <a:xfrm>
            <a:off x="3337560" y="2880360"/>
            <a:ext cx="5486400" cy="502920"/>
          </a:xfrm>
          <a:prstGeom prst="rect">
            <a:avLst/>
          </a:prstGeom>
          <a:noFill/>
          <a:ln/>
        </p:spPr>
        <p:txBody>
          <a:bodyPr wrap="square" lIns="0" tIns="0" rIns="0" bIns="0" rtlCol="0" anchor="ctr"/>
          <a:lstStyle/>
          <a:p>
            <a:pPr marL="0" indent="0" algn="ctr">
              <a:buNone/>
            </a:pPr>
            <a:r>
              <a:rPr lang="en-US" sz="1600" dirty="0">
                <a:solidFill>
                  <a:srgbClr val="4A0E18"/>
                </a:solidFill>
                <a:latin typeface="Latha" pitchFamily="34" charset="0"/>
                <a:ea typeface="Latha" pitchFamily="34" charset="-122"/>
                <a:cs typeface="Latha" pitchFamily="34" charset="-120"/>
              </a:rPr>
              <a:t>வினாடி வினா</a:t>
            </a:r>
            <a:endParaRPr lang="en-US" sz="1600" dirty="0"/>
          </a:p>
        </p:txBody>
      </p:sp>
      <p:sp>
        <p:nvSpPr>
          <p:cNvPr id="24" name="Text 22"/>
          <p:cNvSpPr/>
          <p:nvPr/>
        </p:nvSpPr>
        <p:spPr>
          <a:xfrm>
            <a:off x="3337560" y="3246120"/>
            <a:ext cx="5486400" cy="731520"/>
          </a:xfrm>
          <a:prstGeom prst="rect">
            <a:avLst/>
          </a:prstGeom>
          <a:noFill/>
          <a:ln/>
        </p:spPr>
        <p:txBody>
          <a:bodyPr wrap="square" lIns="0" tIns="0" rIns="0" bIns="0" rtlCol="0" anchor="ctr"/>
          <a:lstStyle/>
          <a:p>
            <a:pPr marL="0" indent="0" algn="ctr">
              <a:buNone/>
            </a:pPr>
            <a:r>
              <a:rPr lang="en-US" sz="2600" b="1" dirty="0">
                <a:solidFill>
                  <a:srgbClr val="4A0E18"/>
                </a:solidFill>
                <a:latin typeface="Latha" pitchFamily="34" charset="0"/>
                <a:ea typeface="Latha" pitchFamily="34" charset="-122"/>
                <a:cs typeface="Latha" pitchFamily="34" charset="-120"/>
              </a:rPr>
              <a:t>பகுபத உறுப்பிலக்கணம்</a:t>
            </a:r>
            <a:endParaRPr lang="en-US" sz="26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35</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"வருகின்ற" என்பதன் பகுதி எது?</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கின்று</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வரு + கின்று</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 (வரு)</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அ</a:t>
            </a:r>
            <a:endParaRPr lang="en-US" sz="15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35</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"வருகின்ற" என்பதன் பகுதி எது?</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கின்று</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வரு + கின்று</a:t>
            </a:r>
            <a:endParaRPr lang="en-US" sz="1500" dirty="0"/>
          </a:p>
        </p:txBody>
      </p:sp>
      <p:sp>
        <p:nvSpPr>
          <p:cNvPr id="23" name="Shape 21"/>
          <p:cNvSpPr/>
          <p:nvPr/>
        </p:nvSpPr>
        <p:spPr>
          <a:xfrm>
            <a:off x="548640" y="434340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2E7D32"/>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வா (வரு)</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அ</a:t>
            </a:r>
            <a:endParaRPr lang="en-US" sz="15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36</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"கின்று" என்பது எந்த இடைநிலையைக் குறிக்கிறது?</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நிபந்தனை இடைநிலை</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எதிர்கால இடைநிலை</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இறந்தகால இடைநிலை</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நிகழ்கால இடைநிலை</a:t>
            </a:r>
            <a:endParaRPr lang="en-US" sz="15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36</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"கின்று" என்பது எந்த இடைநிலையைக் குறிக்கிறது?</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நிபந்தனை இடைநிலை</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எதிர்கால இடைநிலை</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alpha val="45000"/>
            </a:srgbClr>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இறந்தகால இடைநிலை</a:t>
            </a:r>
            <a:endParaRPr lang="en-US" sz="1500" dirty="0"/>
          </a:p>
        </p:txBody>
      </p:sp>
      <p:sp>
        <p:nvSpPr>
          <p:cNvPr id="27" name="Shape 25"/>
          <p:cNvSpPr/>
          <p:nvPr/>
        </p:nvSpPr>
        <p:spPr>
          <a:xfrm>
            <a:off x="6263640" y="434340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2E7D32"/>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நிகழ்கால இடைநிலை</a:t>
            </a:r>
            <a:endParaRPr lang="en-US" sz="15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37</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"அ" என்பது எந்த வகை விகுதி?</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தொழிற்பெயர் விகுதி</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பெயரெச்ச விகுதி</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வியங்கோள் விகுதி</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வினையெச்ச விகுதி</a:t>
            </a:r>
            <a:endParaRPr lang="en-US" sz="15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37</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"அ" என்பது எந்த வகை விகுதி?</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தொழிற்பெயர் விகுதி</a:t>
            </a:r>
            <a:endParaRPr lang="en-US" sz="1500" dirty="0"/>
          </a:p>
        </p:txBody>
      </p:sp>
      <p:sp>
        <p:nvSpPr>
          <p:cNvPr id="19" name="Shape 17"/>
          <p:cNvSpPr/>
          <p:nvPr/>
        </p:nvSpPr>
        <p:spPr>
          <a:xfrm>
            <a:off x="6263640" y="288036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2E7D32"/>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பெயரெச்ச விகுதி</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alpha val="45000"/>
            </a:srgbClr>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வியங்கோள் விகுதி</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வினையெச்ச விகுதி</a:t>
            </a:r>
            <a:endParaRPr lang="en-US" sz="15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4A0E18"/>
        </a:solidFill>
        <a:effectLst/>
      </p:bgPr>
    </p:bg>
    <p:spTree>
      <p:nvGrpSpPr>
        <p:cNvPr id="1" name=""/>
        <p:cNvGrpSpPr/>
        <p:nvPr/>
      </p:nvGrpSpPr>
      <p:grpSpPr>
        <a:xfrm>
          <a:off x="0" y="0"/>
          <a:ext cx="0" cy="0"/>
          <a:chOff x="0" y="0"/>
          <a:chExt cx="0" cy="0"/>
        </a:xfrm>
      </p:grpSpPr>
      <p:sp>
        <p:nvSpPr>
          <p:cNvPr id="2" name="Shape 0"/>
          <p:cNvSpPr/>
          <p:nvPr/>
        </p:nvSpPr>
        <p:spPr>
          <a:xfrm>
            <a:off x="320040" y="320040"/>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521208" y="320040"/>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722376" y="320040"/>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923544" y="320040"/>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420624" y="521208"/>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621792" y="521208"/>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822960" y="521208"/>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521208" y="722376"/>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722376" y="722376"/>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621792" y="923544"/>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13" name="Shape 1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14" name="Shape 1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15" name="Shape 1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16" name="Shape 1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17" name="Shape 1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18" name="Shape 1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19" name="Shape 1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20" name="Shape 1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21" name="Shape 1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22" name="Shape 20"/>
          <p:cNvSpPr/>
          <p:nvPr/>
        </p:nvSpPr>
        <p:spPr>
          <a:xfrm>
            <a:off x="3337560" y="2788920"/>
            <a:ext cx="5486400" cy="1280160"/>
          </a:xfrm>
          <a:prstGeom prst="roundRect">
            <a:avLst>
              <a:gd name="adj" fmla="val 10714"/>
            </a:avLst>
          </a:prstGeom>
          <a:solidFill>
            <a:srgbClr val="E3B341"/>
          </a:solidFill>
          <a:ln/>
        </p:spPr>
        <p:txBody>
          <a:bodyPr/>
          <a:lstStyle/>
          <a:p>
            <a:endParaRPr lang="en-IN"/>
          </a:p>
        </p:txBody>
      </p:sp>
      <p:sp>
        <p:nvSpPr>
          <p:cNvPr id="23" name="Text 21"/>
          <p:cNvSpPr/>
          <p:nvPr/>
        </p:nvSpPr>
        <p:spPr>
          <a:xfrm>
            <a:off x="3337560" y="2880360"/>
            <a:ext cx="5486400" cy="502920"/>
          </a:xfrm>
          <a:prstGeom prst="rect">
            <a:avLst/>
          </a:prstGeom>
          <a:noFill/>
          <a:ln/>
        </p:spPr>
        <p:txBody>
          <a:bodyPr wrap="square" lIns="0" tIns="0" rIns="0" bIns="0" rtlCol="0" anchor="ctr"/>
          <a:lstStyle/>
          <a:p>
            <a:pPr marL="0" indent="0" algn="ctr">
              <a:buNone/>
            </a:pPr>
            <a:r>
              <a:rPr lang="en-US" sz="1600" dirty="0">
                <a:solidFill>
                  <a:srgbClr val="4A0E18"/>
                </a:solidFill>
                <a:latin typeface="Latha" pitchFamily="34" charset="0"/>
                <a:ea typeface="Latha" pitchFamily="34" charset="-122"/>
                <a:cs typeface="Latha" pitchFamily="34" charset="-120"/>
              </a:rPr>
              <a:t>வினாடி வினா</a:t>
            </a:r>
            <a:endParaRPr lang="en-US" sz="1600" dirty="0"/>
          </a:p>
        </p:txBody>
      </p:sp>
      <p:sp>
        <p:nvSpPr>
          <p:cNvPr id="24" name="Text 22"/>
          <p:cNvSpPr/>
          <p:nvPr/>
        </p:nvSpPr>
        <p:spPr>
          <a:xfrm>
            <a:off x="3337560" y="3246120"/>
            <a:ext cx="5486400" cy="731520"/>
          </a:xfrm>
          <a:prstGeom prst="rect">
            <a:avLst/>
          </a:prstGeom>
          <a:noFill/>
          <a:ln/>
        </p:spPr>
        <p:txBody>
          <a:bodyPr wrap="square" lIns="0" tIns="0" rIns="0" bIns="0" rtlCol="0" anchor="ctr"/>
          <a:lstStyle/>
          <a:p>
            <a:pPr marL="0" indent="0" algn="ctr">
              <a:buNone/>
            </a:pPr>
            <a:r>
              <a:rPr lang="en-US" sz="2600" b="1" dirty="0">
                <a:solidFill>
                  <a:srgbClr val="4A0E18"/>
                </a:solidFill>
                <a:latin typeface="Latha" pitchFamily="34" charset="0"/>
                <a:ea typeface="Latha" pitchFamily="34" charset="-122"/>
                <a:cs typeface="Latha" pitchFamily="34" charset="-120"/>
              </a:rPr>
              <a:t>புணர்ச்சி விதி</a:t>
            </a:r>
            <a:endParaRPr lang="en-US" sz="26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38</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"திருப்புகழ்" எந்த இரு சொற்களின் புணர்ச்சியால் ஆனது?</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திரு + புகழ்</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திரு + பொலிவு</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திருவே + புகழ்</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திரு + புகழும்</a:t>
            </a:r>
            <a:endParaRPr lang="en-US" sz="15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38</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"திருப்புகழ்" எந்த இரு சொற்களின் புணர்ச்சியால் ஆனது?</a:t>
            </a:r>
            <a:endParaRPr lang="en-US" sz="2200" dirty="0"/>
          </a:p>
        </p:txBody>
      </p:sp>
      <p:sp>
        <p:nvSpPr>
          <p:cNvPr id="15" name="Shape 13"/>
          <p:cNvSpPr/>
          <p:nvPr/>
        </p:nvSpPr>
        <p:spPr>
          <a:xfrm>
            <a:off x="548640" y="288036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2E7D32"/>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திரு + புகழ்</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திரு + பொலிவு</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alpha val="45000"/>
            </a:srgbClr>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திருவே + புகழ்</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திரு + புகழும்</a:t>
            </a:r>
            <a:endParaRPr lang="en-US" sz="15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39</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திரு + புகழ் = திருப்புகழ் ஆவதற்குரிய விதி எது?</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இயல்பினும் விதியினும் நின்ற உயிர் முன் கசதப மிகும்</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தனிக்குறில் முன் ஒற்று உயிர்வரின் இரட்டும்</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உயிர்வரின் உக்குறள் மெய் விட்டோடும்</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ஈறு போதல்</a:t>
            </a:r>
            <a:endParaRPr lang="en-US" sz="15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39</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திரு + புகழ் = திருப்புகழ் ஆவதற்குரிய விதி எது?</a:t>
            </a:r>
            <a:endParaRPr lang="en-US" sz="2200" dirty="0"/>
          </a:p>
        </p:txBody>
      </p:sp>
      <p:sp>
        <p:nvSpPr>
          <p:cNvPr id="15" name="Shape 13"/>
          <p:cNvSpPr/>
          <p:nvPr/>
        </p:nvSpPr>
        <p:spPr>
          <a:xfrm>
            <a:off x="548640" y="288036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2E7D32"/>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இயல்பினும் விதியினும் நின்ற உயிர் முன் கசதப மிகும்</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தனிக்குறில் முன் ஒற்று உயிர்வரின் இரட்டும்</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alpha val="45000"/>
            </a:srgbClr>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உயிர்வரின் உக்குறள் மெய் விட்டோடும்</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ஈறு போதல்</a:t>
            </a:r>
            <a:endParaRPr lang="en-US" sz="15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40</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"உயர்ந்தோங்கும்" என்பது எந்த இரு சொற்களின் புணர்ச்சி?</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உயர்வு + தோங்கும்</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உயர் + தோங்கும்</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உயர்ந்து + ஓங்கும்</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உயர்ந்த + ஓங்கும்</a:t>
            </a:r>
            <a:endParaRPr lang="en-US" sz="15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40</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"உயர்ந்தோங்கும்" என்பது எந்த இரு சொற்களின் புணர்ச்சி?</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உயர்வு + தோங்கும்</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உயர் + தோங்கும்</a:t>
            </a:r>
            <a:endParaRPr lang="en-US" sz="1500" dirty="0"/>
          </a:p>
        </p:txBody>
      </p:sp>
      <p:sp>
        <p:nvSpPr>
          <p:cNvPr id="23" name="Shape 21"/>
          <p:cNvSpPr/>
          <p:nvPr/>
        </p:nvSpPr>
        <p:spPr>
          <a:xfrm>
            <a:off x="548640" y="434340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2E7D32"/>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உயர்ந்து + ஓங்கும்</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உயர்ந்த + ஓங்கும்</a:t>
            </a:r>
            <a:endParaRPr lang="en-US" sz="15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41</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"உயர்ந்து + ஓங்கும்" இணையும்போது முதலில் நிகழும் விதி எது?</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தனிக்குறில் முன் ஒற்று உயிர்வரின் இரட்டும்</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ஈறு போதல்</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உயிர்வரின் உக்குறள் மெய் விட்டோடும்</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இயல்பினும் விதியினும் நின்ற உயிர் முன் கசதப மிகும்</a:t>
            </a:r>
            <a:endParaRPr lang="en-US" sz="15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41</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"உயர்ந்து + ஓங்கும்" இணையும்போது முதலில் நிகழும் விதி எது?</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தனிக்குறில் முன் ஒற்று உயிர்வரின் இரட்டும்</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ஈறு போதல்</a:t>
            </a:r>
            <a:endParaRPr lang="en-US" sz="1500" dirty="0"/>
          </a:p>
        </p:txBody>
      </p:sp>
      <p:sp>
        <p:nvSpPr>
          <p:cNvPr id="23" name="Shape 21"/>
          <p:cNvSpPr/>
          <p:nvPr/>
        </p:nvSpPr>
        <p:spPr>
          <a:xfrm>
            <a:off x="548640" y="434340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2E7D32"/>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உயிர்வரின் உக்குறள் மெய் விட்டோடும்</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இயல்பினும் விதியினும் நின்ற உயிர் முன் கசதப மிகும்</a:t>
            </a:r>
            <a:endParaRPr lang="en-US" sz="15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4A0E18"/>
        </a:solidFill>
        <a:effectLst/>
      </p:bgPr>
    </p:bg>
    <p:spTree>
      <p:nvGrpSpPr>
        <p:cNvPr id="1" name=""/>
        <p:cNvGrpSpPr/>
        <p:nvPr/>
      </p:nvGrpSpPr>
      <p:grpSpPr>
        <a:xfrm>
          <a:off x="0" y="0"/>
          <a:ext cx="0" cy="0"/>
          <a:chOff x="0" y="0"/>
          <a:chExt cx="0" cy="0"/>
        </a:xfrm>
      </p:grpSpPr>
      <p:sp>
        <p:nvSpPr>
          <p:cNvPr id="2" name="Shape 0"/>
          <p:cNvSpPr/>
          <p:nvPr/>
        </p:nvSpPr>
        <p:spPr>
          <a:xfrm>
            <a:off x="320040" y="320040"/>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521208" y="320040"/>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722376" y="320040"/>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923544" y="320040"/>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420624" y="521208"/>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621792" y="521208"/>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822960" y="521208"/>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521208" y="722376"/>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722376" y="722376"/>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621792" y="923544"/>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13" name="Shape 1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14" name="Shape 1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15" name="Shape 1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16" name="Shape 1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17" name="Shape 1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18" name="Shape 1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19" name="Shape 1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20" name="Shape 1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21" name="Shape 1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22" name="Shape 20"/>
          <p:cNvSpPr/>
          <p:nvPr/>
        </p:nvSpPr>
        <p:spPr>
          <a:xfrm>
            <a:off x="3337560" y="2788920"/>
            <a:ext cx="5486400" cy="1280160"/>
          </a:xfrm>
          <a:prstGeom prst="roundRect">
            <a:avLst>
              <a:gd name="adj" fmla="val 10714"/>
            </a:avLst>
          </a:prstGeom>
          <a:solidFill>
            <a:srgbClr val="E3B341"/>
          </a:solidFill>
          <a:ln/>
        </p:spPr>
        <p:txBody>
          <a:bodyPr/>
          <a:lstStyle/>
          <a:p>
            <a:endParaRPr lang="en-IN"/>
          </a:p>
        </p:txBody>
      </p:sp>
      <p:sp>
        <p:nvSpPr>
          <p:cNvPr id="23" name="Text 21"/>
          <p:cNvSpPr/>
          <p:nvPr/>
        </p:nvSpPr>
        <p:spPr>
          <a:xfrm>
            <a:off x="3337560" y="2880360"/>
            <a:ext cx="5486400" cy="502920"/>
          </a:xfrm>
          <a:prstGeom prst="rect">
            <a:avLst/>
          </a:prstGeom>
          <a:noFill/>
          <a:ln/>
        </p:spPr>
        <p:txBody>
          <a:bodyPr wrap="square" lIns="0" tIns="0" rIns="0" bIns="0" rtlCol="0" anchor="ctr"/>
          <a:lstStyle/>
          <a:p>
            <a:pPr marL="0" indent="0" algn="ctr">
              <a:buNone/>
            </a:pPr>
            <a:r>
              <a:rPr lang="en-US" sz="1600" dirty="0">
                <a:solidFill>
                  <a:srgbClr val="4A0E18"/>
                </a:solidFill>
                <a:latin typeface="Latha" pitchFamily="34" charset="0"/>
                <a:ea typeface="Latha" pitchFamily="34" charset="-122"/>
                <a:cs typeface="Latha" pitchFamily="34" charset="-120"/>
              </a:rPr>
              <a:t>வினாடி வினா</a:t>
            </a:r>
            <a:endParaRPr lang="en-US" sz="1600" dirty="0"/>
          </a:p>
        </p:txBody>
      </p:sp>
      <p:sp>
        <p:nvSpPr>
          <p:cNvPr id="24" name="Text 22"/>
          <p:cNvSpPr/>
          <p:nvPr/>
        </p:nvSpPr>
        <p:spPr>
          <a:xfrm>
            <a:off x="3337560" y="3246120"/>
            <a:ext cx="5486400" cy="731520"/>
          </a:xfrm>
          <a:prstGeom prst="rect">
            <a:avLst/>
          </a:prstGeom>
          <a:noFill/>
          <a:ln/>
        </p:spPr>
        <p:txBody>
          <a:bodyPr wrap="square" lIns="0" tIns="0" rIns="0" bIns="0" rtlCol="0" anchor="ctr"/>
          <a:lstStyle/>
          <a:p>
            <a:pPr marL="0" indent="0" algn="ctr">
              <a:buNone/>
            </a:pPr>
            <a:r>
              <a:rPr lang="en-US" sz="2600" b="1" dirty="0">
                <a:solidFill>
                  <a:srgbClr val="4A0E18"/>
                </a:solidFill>
                <a:latin typeface="Latha" pitchFamily="34" charset="0"/>
                <a:ea typeface="Latha" pitchFamily="34" charset="-122"/>
                <a:cs typeface="Latha" pitchFamily="34" charset="-120"/>
              </a:rPr>
              <a:t>நூல் வெளி</a:t>
            </a:r>
            <a:endParaRPr lang="en-US" sz="26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42</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சென்னிகுளம் அண்ணாமலையார் எந்த நூற்றாண்டைச் சேர்ந்தவர்?</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20ஆம் நூற்றாண்டு</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17ஆம் நூற்றாண்டு</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19ஆம் நூற்றாண்டு</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18ஆம் நூற்றாண்டு</a:t>
            </a:r>
            <a:endParaRPr lang="en-US" sz="15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42</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சென்னிகுளம் அண்ணாமலையார் எந்த நூற்றாண்டைச் சேர்ந்தவர்?</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20ஆம் நூற்றாண்டு</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17ஆம் நூற்றாண்டு</a:t>
            </a:r>
            <a:endParaRPr lang="en-US" sz="1500" dirty="0"/>
          </a:p>
        </p:txBody>
      </p:sp>
      <p:sp>
        <p:nvSpPr>
          <p:cNvPr id="23" name="Shape 21"/>
          <p:cNvSpPr/>
          <p:nvPr/>
        </p:nvSpPr>
        <p:spPr>
          <a:xfrm>
            <a:off x="548640" y="434340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2E7D32"/>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19ஆம் நூற்றாண்டு</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18ஆம் நூற்றாண்டு</a:t>
            </a:r>
            <a:endParaRPr lang="en-US" sz="15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43</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அண்ணாமலையார் "காவடிச் சிந்தின் தந்தை" என அழைக்கப்படக் காரணம் என்ன?</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காவடி ஆட்டத்தைத் தொடங்கியது</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புலவர் மன்றம் நிறுவியது</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கோவில் கட்டியது</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தமிழில் முதன்முதலில் வண்ணச்சிந்து பாடியது</a:t>
            </a:r>
            <a:endParaRPr lang="en-US" sz="15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43</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அண்ணாமலையார் "காவடிச் சிந்தின் தந்தை" என அழைக்கப்படக் காரணம் என்ன?</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காவடி ஆட்டத்தைத் தொடங்கியது</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புலவர் மன்றம் நிறுவியது</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alpha val="45000"/>
            </a:srgbClr>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கோவில் கட்டியது</a:t>
            </a:r>
            <a:endParaRPr lang="en-US" sz="1500" dirty="0"/>
          </a:p>
        </p:txBody>
      </p:sp>
      <p:sp>
        <p:nvSpPr>
          <p:cNvPr id="27" name="Shape 25"/>
          <p:cNvSpPr/>
          <p:nvPr/>
        </p:nvSpPr>
        <p:spPr>
          <a:xfrm>
            <a:off x="6263640" y="434340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2E7D32"/>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தமிழில் முதன்முதலில் வண்ணச்சிந்து பாடியது</a:t>
            </a:r>
            <a:endParaRPr lang="en-US" sz="15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44</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அண்ணாமலையார் எத்தனை வயதில் ஊற்றுமலைக்குச் சென்றார்?</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21 வயதில்</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25 வயதில்</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18 வயதில்</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15 வயதில்</a:t>
            </a:r>
            <a:endParaRPr lang="en-US" sz="15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44</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அண்ணாமலையார் எத்தனை வயதில் ஊற்றுமலைக்குச் சென்றார்?</a:t>
            </a:r>
            <a:endParaRPr lang="en-US" sz="2200" dirty="0"/>
          </a:p>
        </p:txBody>
      </p:sp>
      <p:sp>
        <p:nvSpPr>
          <p:cNvPr id="15" name="Shape 13"/>
          <p:cNvSpPr/>
          <p:nvPr/>
        </p:nvSpPr>
        <p:spPr>
          <a:xfrm>
            <a:off x="548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alpha val="45000"/>
            </a:srgbClr>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21 வயதில்</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25 வயதில்</a:t>
            </a:r>
            <a:endParaRPr lang="en-US" sz="1500" dirty="0"/>
          </a:p>
        </p:txBody>
      </p:sp>
      <p:sp>
        <p:nvSpPr>
          <p:cNvPr id="23" name="Shape 21"/>
          <p:cNvSpPr/>
          <p:nvPr/>
        </p:nvSpPr>
        <p:spPr>
          <a:xfrm>
            <a:off x="548640" y="434340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2E7D32"/>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18 வயதில்</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15 வயதில்</a:t>
            </a:r>
            <a:endParaRPr lang="en-US" sz="15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2651760" cy="502920"/>
          </a:xfrm>
          <a:prstGeom prst="roundRect">
            <a:avLst>
              <a:gd name="adj" fmla="val 49091"/>
            </a:avLst>
          </a:prstGeom>
          <a:solidFill>
            <a:srgbClr val="E3B341"/>
          </a:solidFill>
          <a:ln/>
        </p:spPr>
        <p:txBody>
          <a:bodyPr/>
          <a:lstStyle/>
          <a:p>
            <a:endParaRPr lang="en-IN"/>
          </a:p>
        </p:txBody>
      </p:sp>
      <p:sp>
        <p:nvSpPr>
          <p:cNvPr id="13" name="Text 11"/>
          <p:cNvSpPr/>
          <p:nvPr/>
        </p:nvSpPr>
        <p:spPr>
          <a:xfrm>
            <a:off x="548640" y="411480"/>
            <a:ext cx="2651760" cy="502920"/>
          </a:xfrm>
          <a:prstGeom prst="rect">
            <a:avLst/>
          </a:prstGeom>
          <a:noFill/>
          <a:ln/>
        </p:spPr>
        <p:txBody>
          <a:bodyPr wrap="square" lIns="0" tIns="0" rIns="0" bIns="0" rtlCol="0" anchor="ctr"/>
          <a:lstStyle/>
          <a:p>
            <a:pPr marL="0" indent="0" algn="ctr">
              <a:buNone/>
            </a:pPr>
            <a:r>
              <a:rPr lang="en-US" sz="1600" b="1" dirty="0">
                <a:solidFill>
                  <a:srgbClr val="4A0E18"/>
                </a:solidFill>
                <a:latin typeface="Latha" pitchFamily="34" charset="0"/>
                <a:ea typeface="Latha" pitchFamily="34" charset="-122"/>
                <a:cs typeface="Latha" pitchFamily="34" charset="-120"/>
              </a:rPr>
              <a:t>வினா 45</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400" b="1" dirty="0">
                <a:solidFill>
                  <a:srgbClr val="FBF3E1"/>
                </a:solidFill>
                <a:latin typeface="Latha" pitchFamily="34" charset="0"/>
                <a:ea typeface="Latha" pitchFamily="34" charset="-122"/>
                <a:cs typeface="Latha" pitchFamily="34" charset="-120"/>
              </a:rPr>
              <a:t>அண்ணாமலையார் யாருடைய அரசவைப் புலவராக இருந்தார்?</a:t>
            </a:r>
            <a:endParaRPr lang="en-US" sz="2400" dirty="0"/>
          </a:p>
        </p:txBody>
      </p:sp>
      <p:sp>
        <p:nvSpPr>
          <p:cNvPr id="15" name="Shape 13"/>
          <p:cNvSpPr/>
          <p:nvPr/>
        </p:nvSpPr>
        <p:spPr>
          <a:xfrm>
            <a:off x="548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6E1423"/>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அ</a:t>
            </a:r>
            <a:endParaRPr lang="en-US" sz="18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இருதயாலய மருதப்பத் தேவர்</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சுந்தரனார்</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அருணகிரியார்</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solidFill>
          <a:ln w="15875">
            <a:solidFill>
              <a:srgbClr val="C9962C"/>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மறைமலை அடிகள்</a:t>
            </a:r>
            <a:endParaRPr lang="en-US" sz="15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6E1423"/>
        </a:solidFill>
        <a:effectLst/>
      </p:bgPr>
    </p:bg>
    <p:spTree>
      <p:nvGrpSpPr>
        <p:cNvPr id="1" name=""/>
        <p:cNvGrpSpPr/>
        <p:nvPr/>
      </p:nvGrpSpPr>
      <p:grpSpPr>
        <a:xfrm>
          <a:off x="0" y="0"/>
          <a:ext cx="0" cy="0"/>
          <a:chOff x="0" y="0"/>
          <a:chExt cx="0" cy="0"/>
        </a:xfrm>
      </p:grpSpPr>
      <p:sp>
        <p:nvSpPr>
          <p:cNvPr id="2" name="Shape 0"/>
          <p:cNvSpPr/>
          <p:nvPr/>
        </p:nvSpPr>
        <p:spPr>
          <a:xfrm>
            <a:off x="11237976" y="5934456"/>
            <a:ext cx="64008" cy="64008"/>
          </a:xfrm>
          <a:prstGeom prst="ellipse">
            <a:avLst/>
          </a:prstGeom>
          <a:solidFill>
            <a:srgbClr val="E3B341">
              <a:alpha val="75000"/>
            </a:srgbClr>
          </a:solidFill>
          <a:ln/>
        </p:spPr>
        <p:txBody>
          <a:bodyPr/>
          <a:lstStyle/>
          <a:p>
            <a:endParaRPr lang="en-IN"/>
          </a:p>
        </p:txBody>
      </p:sp>
      <p:sp>
        <p:nvSpPr>
          <p:cNvPr id="3" name="Shape 1"/>
          <p:cNvSpPr/>
          <p:nvPr/>
        </p:nvSpPr>
        <p:spPr>
          <a:xfrm>
            <a:off x="11439144" y="5934456"/>
            <a:ext cx="64008" cy="64008"/>
          </a:xfrm>
          <a:prstGeom prst="ellipse">
            <a:avLst/>
          </a:prstGeom>
          <a:solidFill>
            <a:srgbClr val="E3B341">
              <a:alpha val="75000"/>
            </a:srgbClr>
          </a:solidFill>
          <a:ln/>
        </p:spPr>
        <p:txBody>
          <a:bodyPr/>
          <a:lstStyle/>
          <a:p>
            <a:endParaRPr lang="en-IN"/>
          </a:p>
        </p:txBody>
      </p:sp>
      <p:sp>
        <p:nvSpPr>
          <p:cNvPr id="4" name="Shape 2"/>
          <p:cNvSpPr/>
          <p:nvPr/>
        </p:nvSpPr>
        <p:spPr>
          <a:xfrm>
            <a:off x="11640312" y="5934456"/>
            <a:ext cx="64008" cy="64008"/>
          </a:xfrm>
          <a:prstGeom prst="ellipse">
            <a:avLst/>
          </a:prstGeom>
          <a:solidFill>
            <a:srgbClr val="E3B341">
              <a:alpha val="75000"/>
            </a:srgbClr>
          </a:solidFill>
          <a:ln/>
        </p:spPr>
        <p:txBody>
          <a:bodyPr/>
          <a:lstStyle/>
          <a:p>
            <a:endParaRPr lang="en-IN"/>
          </a:p>
        </p:txBody>
      </p:sp>
      <p:sp>
        <p:nvSpPr>
          <p:cNvPr id="5" name="Shape 3"/>
          <p:cNvSpPr/>
          <p:nvPr/>
        </p:nvSpPr>
        <p:spPr>
          <a:xfrm>
            <a:off x="11841480" y="5934456"/>
            <a:ext cx="64008" cy="64008"/>
          </a:xfrm>
          <a:prstGeom prst="ellipse">
            <a:avLst/>
          </a:prstGeom>
          <a:solidFill>
            <a:srgbClr val="E3B341">
              <a:alpha val="75000"/>
            </a:srgbClr>
          </a:solidFill>
          <a:ln/>
        </p:spPr>
        <p:txBody>
          <a:bodyPr/>
          <a:lstStyle/>
          <a:p>
            <a:endParaRPr lang="en-IN"/>
          </a:p>
        </p:txBody>
      </p:sp>
      <p:sp>
        <p:nvSpPr>
          <p:cNvPr id="6" name="Shape 4"/>
          <p:cNvSpPr/>
          <p:nvPr/>
        </p:nvSpPr>
        <p:spPr>
          <a:xfrm>
            <a:off x="11338560" y="6135624"/>
            <a:ext cx="64008" cy="64008"/>
          </a:xfrm>
          <a:prstGeom prst="ellipse">
            <a:avLst/>
          </a:prstGeom>
          <a:solidFill>
            <a:srgbClr val="E3B341">
              <a:alpha val="75000"/>
            </a:srgbClr>
          </a:solidFill>
          <a:ln/>
        </p:spPr>
        <p:txBody>
          <a:bodyPr/>
          <a:lstStyle/>
          <a:p>
            <a:endParaRPr lang="en-IN"/>
          </a:p>
        </p:txBody>
      </p:sp>
      <p:sp>
        <p:nvSpPr>
          <p:cNvPr id="7" name="Shape 5"/>
          <p:cNvSpPr/>
          <p:nvPr/>
        </p:nvSpPr>
        <p:spPr>
          <a:xfrm>
            <a:off x="11539728" y="6135624"/>
            <a:ext cx="64008" cy="64008"/>
          </a:xfrm>
          <a:prstGeom prst="ellipse">
            <a:avLst/>
          </a:prstGeom>
          <a:solidFill>
            <a:srgbClr val="E3B341">
              <a:alpha val="75000"/>
            </a:srgbClr>
          </a:solidFill>
          <a:ln/>
        </p:spPr>
        <p:txBody>
          <a:bodyPr/>
          <a:lstStyle/>
          <a:p>
            <a:endParaRPr lang="en-IN"/>
          </a:p>
        </p:txBody>
      </p:sp>
      <p:sp>
        <p:nvSpPr>
          <p:cNvPr id="8" name="Shape 6"/>
          <p:cNvSpPr/>
          <p:nvPr/>
        </p:nvSpPr>
        <p:spPr>
          <a:xfrm>
            <a:off x="11740896" y="6135624"/>
            <a:ext cx="64008" cy="64008"/>
          </a:xfrm>
          <a:prstGeom prst="ellipse">
            <a:avLst/>
          </a:prstGeom>
          <a:solidFill>
            <a:srgbClr val="E3B341">
              <a:alpha val="75000"/>
            </a:srgbClr>
          </a:solidFill>
          <a:ln/>
        </p:spPr>
        <p:txBody>
          <a:bodyPr/>
          <a:lstStyle/>
          <a:p>
            <a:endParaRPr lang="en-IN"/>
          </a:p>
        </p:txBody>
      </p:sp>
      <p:sp>
        <p:nvSpPr>
          <p:cNvPr id="9" name="Shape 7"/>
          <p:cNvSpPr/>
          <p:nvPr/>
        </p:nvSpPr>
        <p:spPr>
          <a:xfrm>
            <a:off x="11439144" y="6336792"/>
            <a:ext cx="64008" cy="64008"/>
          </a:xfrm>
          <a:prstGeom prst="ellipse">
            <a:avLst/>
          </a:prstGeom>
          <a:solidFill>
            <a:srgbClr val="E3B341">
              <a:alpha val="75000"/>
            </a:srgbClr>
          </a:solidFill>
          <a:ln/>
        </p:spPr>
        <p:txBody>
          <a:bodyPr/>
          <a:lstStyle/>
          <a:p>
            <a:endParaRPr lang="en-IN"/>
          </a:p>
        </p:txBody>
      </p:sp>
      <p:sp>
        <p:nvSpPr>
          <p:cNvPr id="10" name="Shape 8"/>
          <p:cNvSpPr/>
          <p:nvPr/>
        </p:nvSpPr>
        <p:spPr>
          <a:xfrm>
            <a:off x="11640312" y="6336792"/>
            <a:ext cx="64008" cy="64008"/>
          </a:xfrm>
          <a:prstGeom prst="ellipse">
            <a:avLst/>
          </a:prstGeom>
          <a:solidFill>
            <a:srgbClr val="E3B341">
              <a:alpha val="75000"/>
            </a:srgbClr>
          </a:solidFill>
          <a:ln/>
        </p:spPr>
        <p:txBody>
          <a:bodyPr/>
          <a:lstStyle/>
          <a:p>
            <a:endParaRPr lang="en-IN"/>
          </a:p>
        </p:txBody>
      </p:sp>
      <p:sp>
        <p:nvSpPr>
          <p:cNvPr id="11" name="Shape 9"/>
          <p:cNvSpPr/>
          <p:nvPr/>
        </p:nvSpPr>
        <p:spPr>
          <a:xfrm>
            <a:off x="11539728" y="6537960"/>
            <a:ext cx="64008" cy="64008"/>
          </a:xfrm>
          <a:prstGeom prst="ellipse">
            <a:avLst/>
          </a:prstGeom>
          <a:solidFill>
            <a:srgbClr val="E3B341">
              <a:alpha val="75000"/>
            </a:srgbClr>
          </a:solidFill>
          <a:ln/>
        </p:spPr>
        <p:txBody>
          <a:bodyPr/>
          <a:lstStyle/>
          <a:p>
            <a:endParaRPr lang="en-IN"/>
          </a:p>
        </p:txBody>
      </p:sp>
      <p:sp>
        <p:nvSpPr>
          <p:cNvPr id="12" name="Shape 10"/>
          <p:cNvSpPr/>
          <p:nvPr/>
        </p:nvSpPr>
        <p:spPr>
          <a:xfrm>
            <a:off x="548640" y="411480"/>
            <a:ext cx="3200400" cy="502920"/>
          </a:xfrm>
          <a:prstGeom prst="roundRect">
            <a:avLst>
              <a:gd name="adj" fmla="val 49091"/>
            </a:avLst>
          </a:prstGeom>
          <a:solidFill>
            <a:srgbClr val="2E7D32"/>
          </a:solidFill>
          <a:ln/>
        </p:spPr>
        <p:txBody>
          <a:bodyPr/>
          <a:lstStyle/>
          <a:p>
            <a:endParaRPr lang="en-IN"/>
          </a:p>
        </p:txBody>
      </p:sp>
      <p:sp>
        <p:nvSpPr>
          <p:cNvPr id="13" name="Text 11"/>
          <p:cNvSpPr/>
          <p:nvPr/>
        </p:nvSpPr>
        <p:spPr>
          <a:xfrm>
            <a:off x="548640" y="411480"/>
            <a:ext cx="3200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Latha" pitchFamily="34" charset="0"/>
                <a:ea typeface="Latha" pitchFamily="34" charset="-122"/>
                <a:cs typeface="Latha" pitchFamily="34" charset="-120"/>
              </a:rPr>
              <a:t>விடை — வினா 45</a:t>
            </a:r>
            <a:endParaRPr lang="en-US" sz="1600" dirty="0"/>
          </a:p>
        </p:txBody>
      </p:sp>
      <p:sp>
        <p:nvSpPr>
          <p:cNvPr id="14" name="Text 12"/>
          <p:cNvSpPr/>
          <p:nvPr/>
        </p:nvSpPr>
        <p:spPr>
          <a:xfrm>
            <a:off x="548640" y="1234440"/>
            <a:ext cx="11064240" cy="1463040"/>
          </a:xfrm>
          <a:prstGeom prst="rect">
            <a:avLst/>
          </a:prstGeom>
          <a:noFill/>
          <a:ln/>
        </p:spPr>
        <p:txBody>
          <a:bodyPr wrap="square" lIns="0" tIns="0" rIns="0" bIns="0" rtlCol="0" anchor="t"/>
          <a:lstStyle/>
          <a:p>
            <a:pPr marL="0" indent="0" algn="l">
              <a:lnSpc>
                <a:spcPct val="120000"/>
              </a:lnSpc>
              <a:buNone/>
            </a:pPr>
            <a:r>
              <a:rPr lang="en-US" sz="2200" b="1" dirty="0">
                <a:solidFill>
                  <a:srgbClr val="FBF3E1"/>
                </a:solidFill>
                <a:latin typeface="Latha" pitchFamily="34" charset="0"/>
                <a:ea typeface="Latha" pitchFamily="34" charset="-122"/>
                <a:cs typeface="Latha" pitchFamily="34" charset="-120"/>
              </a:rPr>
              <a:t>அண்ணாமலையார் யாருடைய அரசவைப் புலவராக இருந்தார்?</a:t>
            </a:r>
            <a:endParaRPr lang="en-US" sz="2200" dirty="0"/>
          </a:p>
        </p:txBody>
      </p:sp>
      <p:sp>
        <p:nvSpPr>
          <p:cNvPr id="15" name="Shape 13"/>
          <p:cNvSpPr/>
          <p:nvPr/>
        </p:nvSpPr>
        <p:spPr>
          <a:xfrm>
            <a:off x="548640" y="2880360"/>
            <a:ext cx="5349240" cy="1234440"/>
          </a:xfrm>
          <a:prstGeom prst="roundRect">
            <a:avLst>
              <a:gd name="adj" fmla="val 7407"/>
            </a:avLst>
          </a:prstGeom>
          <a:solidFill>
            <a:srgbClr val="E3B341"/>
          </a:solidFill>
          <a:ln w="31750">
            <a:solidFill>
              <a:srgbClr val="2E7D32"/>
            </a:solidFill>
            <a:prstDash val="solid"/>
          </a:ln>
        </p:spPr>
        <p:txBody>
          <a:bodyPr/>
          <a:lstStyle/>
          <a:p>
            <a:endParaRPr lang="en-IN"/>
          </a:p>
        </p:txBody>
      </p:sp>
      <p:sp>
        <p:nvSpPr>
          <p:cNvPr id="16" name="Shape 14"/>
          <p:cNvSpPr/>
          <p:nvPr/>
        </p:nvSpPr>
        <p:spPr>
          <a:xfrm>
            <a:off x="777240" y="3200400"/>
            <a:ext cx="594360" cy="594360"/>
          </a:xfrm>
          <a:prstGeom prst="ellipse">
            <a:avLst/>
          </a:prstGeom>
          <a:solidFill>
            <a:srgbClr val="2E7D32"/>
          </a:solidFill>
          <a:ln/>
        </p:spPr>
        <p:txBody>
          <a:bodyPr/>
          <a:lstStyle/>
          <a:p>
            <a:endParaRPr lang="en-IN"/>
          </a:p>
        </p:txBody>
      </p:sp>
      <p:sp>
        <p:nvSpPr>
          <p:cNvPr id="17" name="Text 15"/>
          <p:cNvSpPr/>
          <p:nvPr/>
        </p:nvSpPr>
        <p:spPr>
          <a:xfrm>
            <a:off x="777240" y="320040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18" name="Text 16"/>
          <p:cNvSpPr/>
          <p:nvPr/>
        </p:nvSpPr>
        <p:spPr>
          <a:xfrm>
            <a:off x="1508760" y="2971800"/>
            <a:ext cx="425196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4A0E18"/>
                </a:solidFill>
                <a:latin typeface="Latha" pitchFamily="34" charset="0"/>
                <a:ea typeface="Latha" pitchFamily="34" charset="-122"/>
                <a:cs typeface="Latha" pitchFamily="34" charset="-120"/>
              </a:rPr>
              <a:t>இருதயாலய மருதப்பத் தேவர்</a:t>
            </a:r>
            <a:endParaRPr lang="en-US" sz="1500" dirty="0"/>
          </a:p>
        </p:txBody>
      </p:sp>
      <p:sp>
        <p:nvSpPr>
          <p:cNvPr id="19" name="Shape 17"/>
          <p:cNvSpPr/>
          <p:nvPr/>
        </p:nvSpPr>
        <p:spPr>
          <a:xfrm>
            <a:off x="6263640" y="288036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0" name="Shape 18"/>
          <p:cNvSpPr/>
          <p:nvPr/>
        </p:nvSpPr>
        <p:spPr>
          <a:xfrm>
            <a:off x="6492240" y="3200400"/>
            <a:ext cx="594360" cy="594360"/>
          </a:xfrm>
          <a:prstGeom prst="ellipse">
            <a:avLst/>
          </a:prstGeom>
          <a:solidFill>
            <a:srgbClr val="6E1423">
              <a:alpha val="45000"/>
            </a:srgbClr>
          </a:solidFill>
          <a:ln/>
        </p:spPr>
        <p:txBody>
          <a:bodyPr/>
          <a:lstStyle/>
          <a:p>
            <a:endParaRPr lang="en-IN"/>
          </a:p>
        </p:txBody>
      </p:sp>
      <p:sp>
        <p:nvSpPr>
          <p:cNvPr id="21" name="Text 19"/>
          <p:cNvSpPr/>
          <p:nvPr/>
        </p:nvSpPr>
        <p:spPr>
          <a:xfrm>
            <a:off x="6492240" y="320040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ஆ</a:t>
            </a:r>
            <a:endParaRPr lang="en-US" sz="1800" dirty="0"/>
          </a:p>
        </p:txBody>
      </p:sp>
      <p:sp>
        <p:nvSpPr>
          <p:cNvPr id="22" name="Text 20"/>
          <p:cNvSpPr/>
          <p:nvPr/>
        </p:nvSpPr>
        <p:spPr>
          <a:xfrm>
            <a:off x="7223760" y="297180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சுந்தரனார்</a:t>
            </a:r>
            <a:endParaRPr lang="en-US" sz="1500" dirty="0"/>
          </a:p>
        </p:txBody>
      </p:sp>
      <p:sp>
        <p:nvSpPr>
          <p:cNvPr id="23" name="Shape 21"/>
          <p:cNvSpPr/>
          <p:nvPr/>
        </p:nvSpPr>
        <p:spPr>
          <a:xfrm>
            <a:off x="548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4" name="Shape 22"/>
          <p:cNvSpPr/>
          <p:nvPr/>
        </p:nvSpPr>
        <p:spPr>
          <a:xfrm>
            <a:off x="777240" y="4663440"/>
            <a:ext cx="594360" cy="594360"/>
          </a:xfrm>
          <a:prstGeom prst="ellipse">
            <a:avLst/>
          </a:prstGeom>
          <a:solidFill>
            <a:srgbClr val="6E1423">
              <a:alpha val="45000"/>
            </a:srgbClr>
          </a:solidFill>
          <a:ln/>
        </p:spPr>
        <p:txBody>
          <a:bodyPr/>
          <a:lstStyle/>
          <a:p>
            <a:endParaRPr lang="en-IN"/>
          </a:p>
        </p:txBody>
      </p:sp>
      <p:sp>
        <p:nvSpPr>
          <p:cNvPr id="25" name="Text 23"/>
          <p:cNvSpPr/>
          <p:nvPr/>
        </p:nvSpPr>
        <p:spPr>
          <a:xfrm>
            <a:off x="777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இ</a:t>
            </a:r>
            <a:endParaRPr lang="en-US" sz="1800" dirty="0"/>
          </a:p>
        </p:txBody>
      </p:sp>
      <p:sp>
        <p:nvSpPr>
          <p:cNvPr id="26" name="Text 24"/>
          <p:cNvSpPr/>
          <p:nvPr/>
        </p:nvSpPr>
        <p:spPr>
          <a:xfrm>
            <a:off x="1508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அருணகிரியார்</a:t>
            </a:r>
            <a:endParaRPr lang="en-US" sz="1500" dirty="0"/>
          </a:p>
        </p:txBody>
      </p:sp>
      <p:sp>
        <p:nvSpPr>
          <p:cNvPr id="27" name="Shape 25"/>
          <p:cNvSpPr/>
          <p:nvPr/>
        </p:nvSpPr>
        <p:spPr>
          <a:xfrm>
            <a:off x="6263640" y="4343400"/>
            <a:ext cx="5349240" cy="1234440"/>
          </a:xfrm>
          <a:prstGeom prst="roundRect">
            <a:avLst>
              <a:gd name="adj" fmla="val 7407"/>
            </a:avLst>
          </a:prstGeom>
          <a:solidFill>
            <a:srgbClr val="FFFDF6">
              <a:alpha val="45000"/>
            </a:srgbClr>
          </a:solidFill>
          <a:ln w="12700">
            <a:solidFill>
              <a:srgbClr val="C9B8A8"/>
            </a:solidFill>
            <a:prstDash val="solid"/>
          </a:ln>
        </p:spPr>
        <p:txBody>
          <a:bodyPr/>
          <a:lstStyle/>
          <a:p>
            <a:endParaRPr lang="en-IN"/>
          </a:p>
        </p:txBody>
      </p:sp>
      <p:sp>
        <p:nvSpPr>
          <p:cNvPr id="28" name="Shape 26"/>
          <p:cNvSpPr/>
          <p:nvPr/>
        </p:nvSpPr>
        <p:spPr>
          <a:xfrm>
            <a:off x="6492240" y="4663440"/>
            <a:ext cx="594360" cy="594360"/>
          </a:xfrm>
          <a:prstGeom prst="ellipse">
            <a:avLst/>
          </a:prstGeom>
          <a:solidFill>
            <a:srgbClr val="6E1423">
              <a:alpha val="45000"/>
            </a:srgbClr>
          </a:solidFill>
          <a:ln/>
        </p:spPr>
        <p:txBody>
          <a:bodyPr/>
          <a:lstStyle/>
          <a:p>
            <a:endParaRPr lang="en-IN"/>
          </a:p>
        </p:txBody>
      </p:sp>
      <p:sp>
        <p:nvSpPr>
          <p:cNvPr id="29" name="Text 27"/>
          <p:cNvSpPr/>
          <p:nvPr/>
        </p:nvSpPr>
        <p:spPr>
          <a:xfrm>
            <a:off x="6492240" y="4663440"/>
            <a:ext cx="594360" cy="594360"/>
          </a:xfrm>
          <a:prstGeom prst="rect">
            <a:avLst/>
          </a:prstGeom>
          <a:noFill/>
          <a:ln/>
        </p:spPr>
        <p:txBody>
          <a:bodyPr wrap="square" lIns="0" tIns="0" rIns="0" bIns="0" rtlCol="0" anchor="ctr"/>
          <a:lstStyle/>
          <a:p>
            <a:pPr marL="0" indent="0" algn="ctr">
              <a:buNone/>
            </a:pPr>
            <a:r>
              <a:rPr lang="en-US" sz="1800" b="1" dirty="0">
                <a:solidFill>
                  <a:srgbClr val="E3B341"/>
                </a:solidFill>
                <a:latin typeface="Latha" pitchFamily="34" charset="0"/>
                <a:ea typeface="Latha" pitchFamily="34" charset="-122"/>
                <a:cs typeface="Latha" pitchFamily="34" charset="-120"/>
              </a:rPr>
              <a:t>ஈ</a:t>
            </a:r>
            <a:endParaRPr lang="en-US" sz="1800" dirty="0"/>
          </a:p>
        </p:txBody>
      </p:sp>
      <p:sp>
        <p:nvSpPr>
          <p:cNvPr id="30" name="Text 28"/>
          <p:cNvSpPr/>
          <p:nvPr/>
        </p:nvSpPr>
        <p:spPr>
          <a:xfrm>
            <a:off x="7223760" y="4434840"/>
            <a:ext cx="4251960" cy="1051560"/>
          </a:xfrm>
          <a:prstGeom prst="rect">
            <a:avLst/>
          </a:prstGeom>
          <a:noFill/>
          <a:ln/>
        </p:spPr>
        <p:txBody>
          <a:bodyPr wrap="square" lIns="0" tIns="0" rIns="0" bIns="0" rtlCol="0" anchor="ctr"/>
          <a:lstStyle/>
          <a:p>
            <a:pPr marL="0" indent="0" algn="l">
              <a:lnSpc>
                <a:spcPct val="110000"/>
              </a:lnSpc>
              <a:buNone/>
            </a:pPr>
            <a:r>
              <a:rPr lang="en-US" sz="1500" dirty="0">
                <a:solidFill>
                  <a:srgbClr val="3B1F12"/>
                </a:solidFill>
                <a:latin typeface="Latha" pitchFamily="34" charset="0"/>
                <a:ea typeface="Latha" pitchFamily="34" charset="-122"/>
                <a:cs typeface="Latha" pitchFamily="34" charset="-120"/>
              </a:rPr>
              <a:t>மறைமலை அடிகள்</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2904</Words>
  <Application>Microsoft Office PowerPoint</Application>
  <PresentationFormat>Widescreen</PresentationFormat>
  <Paragraphs>1155</Paragraphs>
  <Slides>119</Slides>
  <Notes>119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119</vt:i4>
      </vt:variant>
    </vt:vector>
  </HeadingPairs>
  <TitlesOfParts>
    <vt:vector size="123" baseType="lpstr">
      <vt:lpstr>Arial</vt:lpstr>
      <vt:lpstr>Cambria</vt:lpstr>
      <vt:lpstr>Latha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ARAVIND SIVAKUMAR</cp:lastModifiedBy>
  <cp:revision>2</cp:revision>
  <dcterms:created xsi:type="dcterms:W3CDTF">2026-08-18T05:13:44Z</dcterms:created>
  <dcterms:modified xsi:type="dcterms:W3CDTF">2026-08-18T05:38:04Z</dcterms:modified>
</cp:coreProperties>
</file>